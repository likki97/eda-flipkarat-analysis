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61" r:id="rId5"/>
    <p:sldId id="267" r:id="rId6"/>
    <p:sldId id="265" r:id="rId7"/>
    <p:sldId id="272" r:id="rId8"/>
    <p:sldId id="270" r:id="rId9"/>
    <p:sldId id="273" r:id="rId10"/>
    <p:sldId id="264" r:id="rId11"/>
    <p:sldId id="275" r:id="rId12"/>
    <p:sldId id="271" r:id="rId13"/>
    <p:sldId id="287" r:id="rId14"/>
    <p:sldId id="302" r:id="rId15"/>
    <p:sldId id="308" r:id="rId16"/>
    <p:sldId id="301" r:id="rId17"/>
    <p:sldId id="299" r:id="rId18"/>
    <p:sldId id="298" r:id="rId19"/>
    <p:sldId id="297" r:id="rId20"/>
    <p:sldId id="309" r:id="rId21"/>
    <p:sldId id="290" r:id="rId22"/>
    <p:sldId id="310" r:id="rId23"/>
    <p:sldId id="293"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0E24A4-6FB4-4553-B4BB-96175354F58B}" v="669" dt="2025-10-25T07:20:21.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603" autoAdjust="0"/>
    <p:restoredTop sz="90065" autoAdjust="0"/>
  </p:normalViewPr>
  <p:slideViewPr>
    <p:cSldViewPr snapToGrid="0">
      <p:cViewPr varScale="1">
        <p:scale>
          <a:sx n="61" d="100"/>
          <a:sy n="61" d="100"/>
        </p:scale>
        <p:origin x="53" y="3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khitha k" userId="9c3a5a375a870a6f" providerId="LiveId" clId="{FC012E74-5459-4133-AE0D-4744DBCFF038}"/>
    <pc:docChg chg="undo custSel addSld delSld modSld sldOrd">
      <pc:chgData name="Likhitha k" userId="9c3a5a375a870a6f" providerId="LiveId" clId="{FC012E74-5459-4133-AE0D-4744DBCFF038}" dt="2025-10-25T09:51:59.248" v="4838" actId="14100"/>
      <pc:docMkLst>
        <pc:docMk/>
      </pc:docMkLst>
      <pc:sldChg chg="addSp delSp modSp mod modTransition">
        <pc:chgData name="Likhitha k" userId="9c3a5a375a870a6f" providerId="LiveId" clId="{FC012E74-5459-4133-AE0D-4744DBCFF038}" dt="2025-10-25T03:50:04" v="4791"/>
        <pc:sldMkLst>
          <pc:docMk/>
          <pc:sldMk cId="316245603" sldId="256"/>
        </pc:sldMkLst>
        <pc:spChg chg="add mod">
          <ac:chgData name="Likhitha k" userId="9c3a5a375a870a6f" providerId="LiveId" clId="{FC012E74-5459-4133-AE0D-4744DBCFF038}" dt="2025-10-13T01:51:11.569" v="3706" actId="20577"/>
          <ac:spMkLst>
            <pc:docMk/>
            <pc:sldMk cId="316245603" sldId="256"/>
            <ac:spMk id="2" creationId="{2129FBD9-2C24-ACDD-F4C0-B9981FEB1572}"/>
          </ac:spMkLst>
        </pc:spChg>
        <pc:spChg chg="add mod">
          <ac:chgData name="Likhitha k" userId="9c3a5a375a870a6f" providerId="LiveId" clId="{FC012E74-5459-4133-AE0D-4744DBCFF038}" dt="2025-10-24T16:36:22.134" v="4263" actId="1076"/>
          <ac:spMkLst>
            <pc:docMk/>
            <pc:sldMk cId="316245603" sldId="256"/>
            <ac:spMk id="6" creationId="{7498CE62-0CA4-1827-98EC-9129DB3EBC2B}"/>
          </ac:spMkLst>
        </pc:spChg>
        <pc:picChg chg="add mod">
          <ac:chgData name="Likhitha k" userId="9c3a5a375a870a6f" providerId="LiveId" clId="{FC012E74-5459-4133-AE0D-4744DBCFF038}" dt="2025-10-05T04:17:17.574" v="3"/>
          <ac:picMkLst>
            <pc:docMk/>
            <pc:sldMk cId="316245603" sldId="256"/>
            <ac:picMk id="5" creationId="{F2379DE7-0AF8-EA0B-A6C2-C0FDCC41DE7D}"/>
          </ac:picMkLst>
        </pc:picChg>
        <pc:picChg chg="add mod">
          <ac:chgData name="Likhitha k" userId="9c3a5a375a870a6f" providerId="LiveId" clId="{FC012E74-5459-4133-AE0D-4744DBCFF038}" dt="2025-10-05T04:25:03.518" v="45" actId="1440"/>
          <ac:picMkLst>
            <pc:docMk/>
            <pc:sldMk cId="316245603" sldId="256"/>
            <ac:picMk id="1026" creationId="{F4BA2D06-9D44-84F5-FE94-C2F75AA2E26D}"/>
          </ac:picMkLst>
        </pc:picChg>
      </pc:sldChg>
      <pc:sldChg chg="addSp delSp modSp add mod modTransition">
        <pc:chgData name="Likhitha k" userId="9c3a5a375a870a6f" providerId="LiveId" clId="{FC012E74-5459-4133-AE0D-4744DBCFF038}" dt="2025-10-25T03:51:36.701" v="4824" actId="20577"/>
        <pc:sldMkLst>
          <pc:docMk/>
          <pc:sldMk cId="2779131741" sldId="257"/>
        </pc:sldMkLst>
        <pc:spChg chg="add mod">
          <ac:chgData name="Likhitha k" userId="9c3a5a375a870a6f" providerId="LiveId" clId="{FC012E74-5459-4133-AE0D-4744DBCFF038}" dt="2025-10-24T16:36:35.075" v="4265" actId="207"/>
          <ac:spMkLst>
            <pc:docMk/>
            <pc:sldMk cId="2779131741" sldId="257"/>
            <ac:spMk id="11" creationId="{3728C266-7C8C-AC44-0369-504E67F42E6B}"/>
          </ac:spMkLst>
        </pc:spChg>
        <pc:spChg chg="add mod">
          <ac:chgData name="Likhitha k" userId="9c3a5a375a870a6f" providerId="LiveId" clId="{FC012E74-5459-4133-AE0D-4744DBCFF038}" dt="2025-10-25T03:51:36.701" v="4824" actId="20577"/>
          <ac:spMkLst>
            <pc:docMk/>
            <pc:sldMk cId="2779131741" sldId="257"/>
            <ac:spMk id="15" creationId="{3A0454D3-45BC-11B5-AC71-53D11C297D79}"/>
          </ac:spMkLst>
        </pc:spChg>
        <pc:picChg chg="add del mod">
          <ac:chgData name="Likhitha k" userId="9c3a5a375a870a6f" providerId="LiveId" clId="{FC012E74-5459-4133-AE0D-4744DBCFF038}" dt="2025-10-05T05:21:45.966" v="98" actId="1076"/>
          <ac:picMkLst>
            <pc:docMk/>
            <pc:sldMk cId="2779131741" sldId="257"/>
            <ac:picMk id="5" creationId="{DF5682EC-906C-BDF3-52D0-BC1F71621473}"/>
          </ac:picMkLst>
        </pc:picChg>
        <pc:picChg chg="add mod">
          <ac:chgData name="Likhitha k" userId="9c3a5a375a870a6f" providerId="LiveId" clId="{FC012E74-5459-4133-AE0D-4744DBCFF038}" dt="2025-10-05T05:48:15.477" v="357" actId="14100"/>
          <ac:picMkLst>
            <pc:docMk/>
            <pc:sldMk cId="2779131741" sldId="257"/>
            <ac:picMk id="2056" creationId="{F4E4BCF3-6CDB-32E0-767F-831EF7506BD7}"/>
          </ac:picMkLst>
        </pc:picChg>
      </pc:sldChg>
      <pc:sldChg chg="addSp modSp add mod modTransition">
        <pc:chgData name="Likhitha k" userId="9c3a5a375a870a6f" providerId="LiveId" clId="{FC012E74-5459-4133-AE0D-4744DBCFF038}" dt="2025-10-25T03:50:04" v="4791"/>
        <pc:sldMkLst>
          <pc:docMk/>
          <pc:sldMk cId="617361425" sldId="258"/>
        </pc:sldMkLst>
        <pc:spChg chg="add mod">
          <ac:chgData name="Likhitha k" userId="9c3a5a375a870a6f" providerId="LiveId" clId="{FC012E74-5459-4133-AE0D-4744DBCFF038}" dt="2025-10-05T05:34:57.779" v="268" actId="20577"/>
          <ac:spMkLst>
            <pc:docMk/>
            <pc:sldMk cId="617361425" sldId="258"/>
            <ac:spMk id="3" creationId="{245400EC-8CBF-C376-5BFA-475A38236830}"/>
          </ac:spMkLst>
        </pc:spChg>
        <pc:spChg chg="add mod">
          <ac:chgData name="Likhitha k" userId="9c3a5a375a870a6f" providerId="LiveId" clId="{FC012E74-5459-4133-AE0D-4744DBCFF038}" dt="2025-10-24T16:36:51.219" v="4267" actId="207"/>
          <ac:spMkLst>
            <pc:docMk/>
            <pc:sldMk cId="617361425" sldId="258"/>
            <ac:spMk id="4" creationId="{ED5B298B-2C22-6198-3836-46BA043797C8}"/>
          </ac:spMkLst>
        </pc:spChg>
        <pc:picChg chg="add mod">
          <ac:chgData name="Likhitha k" userId="9c3a5a375a870a6f" providerId="LiveId" clId="{FC012E74-5459-4133-AE0D-4744DBCFF038}" dt="2025-10-05T05:21:56.036" v="100"/>
          <ac:picMkLst>
            <pc:docMk/>
            <pc:sldMk cId="617361425" sldId="258"/>
            <ac:picMk id="2" creationId="{5B600303-4B52-8E51-38B3-1F87C6174260}"/>
          </ac:picMkLst>
        </pc:picChg>
        <pc:picChg chg="add mod">
          <ac:chgData name="Likhitha k" userId="9c3a5a375a870a6f" providerId="LiveId" clId="{FC012E74-5459-4133-AE0D-4744DBCFF038}" dt="2025-10-05T05:32:02.967" v="240" actId="1440"/>
          <ac:picMkLst>
            <pc:docMk/>
            <pc:sldMk cId="617361425" sldId="258"/>
            <ac:picMk id="3074" creationId="{00C602C4-FD6C-084B-420A-AB7EBA256E6C}"/>
          </ac:picMkLst>
        </pc:picChg>
        <pc:picChg chg="add mod">
          <ac:chgData name="Likhitha k" userId="9c3a5a375a870a6f" providerId="LiveId" clId="{FC012E74-5459-4133-AE0D-4744DBCFF038}" dt="2025-10-13T01:46:10.448" v="3559" actId="1440"/>
          <ac:picMkLst>
            <pc:docMk/>
            <pc:sldMk cId="617361425" sldId="258"/>
            <ac:picMk id="4098" creationId="{2989C487-F3BB-717B-58A1-59A5B5AB2E40}"/>
          </ac:picMkLst>
        </pc:picChg>
      </pc:sldChg>
      <pc:sldChg chg="add del replId">
        <pc:chgData name="Likhitha k" userId="9c3a5a375a870a6f" providerId="LiveId" clId="{FC012E74-5459-4133-AE0D-4744DBCFF038}" dt="2025-10-05T05:22:06.379" v="102" actId="2696"/>
        <pc:sldMkLst>
          <pc:docMk/>
          <pc:sldMk cId="53112649" sldId="259"/>
        </pc:sldMkLst>
      </pc:sldChg>
      <pc:sldChg chg="addSp modSp add del mod modTransition">
        <pc:chgData name="Likhitha k" userId="9c3a5a375a870a6f" providerId="LiveId" clId="{FC012E74-5459-4133-AE0D-4744DBCFF038}" dt="2025-10-12T16:16:58.984" v="2568" actId="2696"/>
        <pc:sldMkLst>
          <pc:docMk/>
          <pc:sldMk cId="2280662948" sldId="260"/>
        </pc:sldMkLst>
      </pc:sldChg>
      <pc:sldChg chg="addSp delSp modSp add mod modTransition">
        <pc:chgData name="Likhitha k" userId="9c3a5a375a870a6f" providerId="LiveId" clId="{FC012E74-5459-4133-AE0D-4744DBCFF038}" dt="2025-10-25T06:56:46.918" v="4825" actId="20577"/>
        <pc:sldMkLst>
          <pc:docMk/>
          <pc:sldMk cId="1919875339" sldId="261"/>
        </pc:sldMkLst>
        <pc:spChg chg="add mod">
          <ac:chgData name="Likhitha k" userId="9c3a5a375a870a6f" providerId="LiveId" clId="{FC012E74-5459-4133-AE0D-4744DBCFF038}" dt="2025-10-24T16:40:20.726" v="4313" actId="14100"/>
          <ac:spMkLst>
            <pc:docMk/>
            <pc:sldMk cId="1919875339" sldId="261"/>
            <ac:spMk id="5" creationId="{4A263338-B175-1DE4-EBDE-20F5237DBEF1}"/>
          </ac:spMkLst>
        </pc:spChg>
        <pc:spChg chg="add mod">
          <ac:chgData name="Likhitha k" userId="9c3a5a375a870a6f" providerId="LiveId" clId="{FC012E74-5459-4133-AE0D-4744DBCFF038}" dt="2025-10-25T06:56:46.918" v="4825" actId="20577"/>
          <ac:spMkLst>
            <pc:docMk/>
            <pc:sldMk cId="1919875339" sldId="261"/>
            <ac:spMk id="6" creationId="{6A21C665-FA5F-2A94-682E-27099B572480}"/>
          </ac:spMkLst>
        </pc:spChg>
        <pc:picChg chg="add mod">
          <ac:chgData name="Likhitha k" userId="9c3a5a375a870a6f" providerId="LiveId" clId="{FC012E74-5459-4133-AE0D-4744DBCFF038}" dt="2025-10-05T05:39:52.619" v="282" actId="14100"/>
          <ac:picMkLst>
            <pc:docMk/>
            <pc:sldMk cId="1919875339" sldId="261"/>
            <ac:picMk id="4098" creationId="{57F27AF2-F1B7-15C5-38AD-4092842B2952}"/>
          </ac:picMkLst>
        </pc:picChg>
      </pc:sldChg>
      <pc:sldChg chg="addSp modSp add del mod modTransition">
        <pc:chgData name="Likhitha k" userId="9c3a5a375a870a6f" providerId="LiveId" clId="{FC012E74-5459-4133-AE0D-4744DBCFF038}" dt="2025-10-12T16:16:50.892" v="2566" actId="2696"/>
        <pc:sldMkLst>
          <pc:docMk/>
          <pc:sldMk cId="2533308736" sldId="262"/>
        </pc:sldMkLst>
      </pc:sldChg>
      <pc:sldChg chg="addSp delSp modSp add del mod modTransition">
        <pc:chgData name="Likhitha k" userId="9c3a5a375a870a6f" providerId="LiveId" clId="{FC012E74-5459-4133-AE0D-4744DBCFF038}" dt="2025-10-15T01:28:03.294" v="3724" actId="2696"/>
        <pc:sldMkLst>
          <pc:docMk/>
          <pc:sldMk cId="3157591002" sldId="263"/>
        </pc:sldMkLst>
      </pc:sldChg>
      <pc:sldChg chg="addSp delSp modSp add mod modTransition">
        <pc:chgData name="Likhitha k" userId="9c3a5a375a870a6f" providerId="LiveId" clId="{FC012E74-5459-4133-AE0D-4744DBCFF038}" dt="2025-10-25T09:51:59.248" v="4838" actId="14100"/>
        <pc:sldMkLst>
          <pc:docMk/>
          <pc:sldMk cId="2526967093" sldId="264"/>
        </pc:sldMkLst>
        <pc:spChg chg="add mod">
          <ac:chgData name="Likhitha k" userId="9c3a5a375a870a6f" providerId="LiveId" clId="{FC012E74-5459-4133-AE0D-4744DBCFF038}" dt="2025-10-24T16:45:42.399" v="4390" actId="13926"/>
          <ac:spMkLst>
            <pc:docMk/>
            <pc:sldMk cId="2526967093" sldId="264"/>
            <ac:spMk id="3" creationId="{71D4845C-EF30-2928-F7FA-3D791EE12565}"/>
          </ac:spMkLst>
        </pc:spChg>
        <pc:picChg chg="add mod">
          <ac:chgData name="Likhitha k" userId="9c3a5a375a870a6f" providerId="LiveId" clId="{FC012E74-5459-4133-AE0D-4744DBCFF038}" dt="2025-10-25T09:51:59.248" v="4838" actId="14100"/>
          <ac:picMkLst>
            <pc:docMk/>
            <pc:sldMk cId="2526967093" sldId="264"/>
            <ac:picMk id="5" creationId="{1DBB326F-6402-BD57-3A26-DE2E60207091}"/>
          </ac:picMkLst>
        </pc:picChg>
        <pc:picChg chg="add del mod">
          <ac:chgData name="Likhitha k" userId="9c3a5a375a870a6f" providerId="LiveId" clId="{FC012E74-5459-4133-AE0D-4744DBCFF038}" dt="2025-10-25T09:51:50.126" v="4835" actId="21"/>
          <ac:picMkLst>
            <pc:docMk/>
            <pc:sldMk cId="2526967093" sldId="264"/>
            <ac:picMk id="7" creationId="{23E501E1-4A21-17F5-0B45-4B9219F1707F}"/>
          </ac:picMkLst>
        </pc:picChg>
        <pc:picChg chg="add mod">
          <ac:chgData name="Likhitha k" userId="9c3a5a375a870a6f" providerId="LiveId" clId="{FC012E74-5459-4133-AE0D-4744DBCFF038}" dt="2025-10-05T06:34:25.543" v="1689" actId="1440"/>
          <ac:picMkLst>
            <pc:docMk/>
            <pc:sldMk cId="2526967093" sldId="264"/>
            <ac:picMk id="2050" creationId="{8CC292D1-9900-15F1-60A3-43CF7333C7EB}"/>
          </ac:picMkLst>
        </pc:picChg>
      </pc:sldChg>
      <pc:sldChg chg="addSp modSp add mod modTransition">
        <pc:chgData name="Likhitha k" userId="9c3a5a375a870a6f" providerId="LiveId" clId="{FC012E74-5459-4133-AE0D-4744DBCFF038}" dt="2025-10-25T03:50:04" v="4791"/>
        <pc:sldMkLst>
          <pc:docMk/>
          <pc:sldMk cId="326757104" sldId="265"/>
        </pc:sldMkLst>
        <pc:spChg chg="add mod">
          <ac:chgData name="Likhitha k" userId="9c3a5a375a870a6f" providerId="LiveId" clId="{FC012E74-5459-4133-AE0D-4744DBCFF038}" dt="2025-10-24T16:41:47.269" v="4346" actId="13926"/>
          <ac:spMkLst>
            <pc:docMk/>
            <pc:sldMk cId="326757104" sldId="265"/>
            <ac:spMk id="3" creationId="{B315C066-403E-66E9-6E08-07B9A989A3E7}"/>
          </ac:spMkLst>
        </pc:spChg>
        <pc:picChg chg="add mod">
          <ac:chgData name="Likhitha k" userId="9c3a5a375a870a6f" providerId="LiveId" clId="{FC012E74-5459-4133-AE0D-4744DBCFF038}" dt="2025-10-05T05:56:01.698" v="429" actId="14100"/>
          <ac:picMkLst>
            <pc:docMk/>
            <pc:sldMk cId="326757104" sldId="265"/>
            <ac:picMk id="5" creationId="{DEB8A7FE-1916-0339-A76E-600346D0CEE8}"/>
          </ac:picMkLst>
        </pc:picChg>
      </pc:sldChg>
      <pc:sldChg chg="addSp delSp modSp add del mod modTransition">
        <pc:chgData name="Likhitha k" userId="9c3a5a375a870a6f" providerId="LiveId" clId="{FC012E74-5459-4133-AE0D-4744DBCFF038}" dt="2025-10-24T17:00:20.993" v="4574" actId="2696"/>
        <pc:sldMkLst>
          <pc:docMk/>
          <pc:sldMk cId="186782067" sldId="266"/>
        </pc:sldMkLst>
        <pc:spChg chg="add del mod">
          <ac:chgData name="Likhitha k" userId="9c3a5a375a870a6f" providerId="LiveId" clId="{FC012E74-5459-4133-AE0D-4744DBCFF038}" dt="2025-10-24T16:39:02.818" v="4305" actId="21"/>
          <ac:spMkLst>
            <pc:docMk/>
            <pc:sldMk cId="186782067" sldId="266"/>
            <ac:spMk id="3" creationId="{088C12D0-2CF1-D468-0C05-D441B48CFA2E}"/>
          </ac:spMkLst>
        </pc:spChg>
        <pc:spChg chg="add del mod">
          <ac:chgData name="Likhitha k" userId="9c3a5a375a870a6f" providerId="LiveId" clId="{FC012E74-5459-4133-AE0D-4744DBCFF038}" dt="2025-10-24T16:39:28.042" v="4307" actId="21"/>
          <ac:spMkLst>
            <pc:docMk/>
            <pc:sldMk cId="186782067" sldId="266"/>
            <ac:spMk id="4" creationId="{3CB56EF5-31E5-D67D-3D05-612095FFD828}"/>
          </ac:spMkLst>
        </pc:spChg>
        <pc:spChg chg="add del mod">
          <ac:chgData name="Likhitha k" userId="9c3a5a375a870a6f" providerId="LiveId" clId="{FC012E74-5459-4133-AE0D-4744DBCFF038}" dt="2025-10-24T16:57:04.927" v="4528" actId="478"/>
          <ac:spMkLst>
            <pc:docMk/>
            <pc:sldMk cId="186782067" sldId="266"/>
            <ac:spMk id="7" creationId="{ADD36D08-41E1-0E23-425B-0B7803C2E8F2}"/>
          </ac:spMkLst>
        </pc:spChg>
        <pc:picChg chg="add del mod">
          <ac:chgData name="Likhitha k" userId="9c3a5a375a870a6f" providerId="LiveId" clId="{FC012E74-5459-4133-AE0D-4744DBCFF038}" dt="2025-10-24T16:39:23.208" v="4306" actId="21"/>
          <ac:picMkLst>
            <pc:docMk/>
            <pc:sldMk cId="186782067" sldId="266"/>
            <ac:picMk id="6" creationId="{995600B2-6F1F-1B8B-5D7A-FA20B757140B}"/>
          </ac:picMkLst>
        </pc:picChg>
        <pc:picChg chg="add del mod">
          <ac:chgData name="Likhitha k" userId="9c3a5a375a870a6f" providerId="LiveId" clId="{FC012E74-5459-4133-AE0D-4744DBCFF038}" dt="2025-10-24T16:57:16.284" v="4529" actId="21"/>
          <ac:picMkLst>
            <pc:docMk/>
            <pc:sldMk cId="186782067" sldId="266"/>
            <ac:picMk id="5122" creationId="{907BF201-79EE-5B85-E0DF-09780EB79215}"/>
          </ac:picMkLst>
        </pc:picChg>
      </pc:sldChg>
      <pc:sldChg chg="addSp modSp add mod modTransition">
        <pc:chgData name="Likhitha k" userId="9c3a5a375a870a6f" providerId="LiveId" clId="{FC012E74-5459-4133-AE0D-4744DBCFF038}" dt="2025-10-25T03:50:04" v="4791"/>
        <pc:sldMkLst>
          <pc:docMk/>
          <pc:sldMk cId="2726378341" sldId="267"/>
        </pc:sldMkLst>
        <pc:spChg chg="add mod">
          <ac:chgData name="Likhitha k" userId="9c3a5a375a870a6f" providerId="LiveId" clId="{FC012E74-5459-4133-AE0D-4744DBCFF038}" dt="2025-10-24T16:41:23.162" v="4342" actId="20577"/>
          <ac:spMkLst>
            <pc:docMk/>
            <pc:sldMk cId="2726378341" sldId="267"/>
            <ac:spMk id="3" creationId="{16937043-1F27-6F1E-F81A-96EABA02487D}"/>
          </ac:spMkLst>
        </pc:spChg>
        <pc:spChg chg="add mod">
          <ac:chgData name="Likhitha k" userId="9c3a5a375a870a6f" providerId="LiveId" clId="{FC012E74-5459-4133-AE0D-4744DBCFF038}" dt="2025-10-24T16:41:36.164" v="4344" actId="14100"/>
          <ac:spMkLst>
            <pc:docMk/>
            <pc:sldMk cId="2726378341" sldId="267"/>
            <ac:spMk id="4" creationId="{52D776EE-9502-18B9-CE1D-6EA1596DC76A}"/>
          </ac:spMkLst>
        </pc:spChg>
        <pc:picChg chg="add mod">
          <ac:chgData name="Likhitha k" userId="9c3a5a375a870a6f" providerId="LiveId" clId="{FC012E74-5459-4133-AE0D-4744DBCFF038}" dt="2025-10-05T05:54:06.737" v="416" actId="1440"/>
          <ac:picMkLst>
            <pc:docMk/>
            <pc:sldMk cId="2726378341" sldId="267"/>
            <ac:picMk id="6146" creationId="{FC273C7F-491C-BD9C-1D58-F3C9D305587A}"/>
          </ac:picMkLst>
        </pc:picChg>
      </pc:sldChg>
      <pc:sldChg chg="addSp delSp modSp add del mod modTransition">
        <pc:chgData name="Likhitha k" userId="9c3a5a375a870a6f" providerId="LiveId" clId="{FC012E74-5459-4133-AE0D-4744DBCFF038}" dt="2025-10-12T16:17:11.734" v="2569" actId="2696"/>
        <pc:sldMkLst>
          <pc:docMk/>
          <pc:sldMk cId="3571622387" sldId="268"/>
        </pc:sldMkLst>
      </pc:sldChg>
      <pc:sldChg chg="addSp modSp add del mod modTransition">
        <pc:chgData name="Likhitha k" userId="9c3a5a375a870a6f" providerId="LiveId" clId="{FC012E74-5459-4133-AE0D-4744DBCFF038}" dt="2025-10-12T16:16:40.479" v="2565" actId="2696"/>
        <pc:sldMkLst>
          <pc:docMk/>
          <pc:sldMk cId="2078823502" sldId="269"/>
        </pc:sldMkLst>
      </pc:sldChg>
      <pc:sldChg chg="addSp delSp modSp add mod modTransition">
        <pc:chgData name="Likhitha k" userId="9c3a5a375a870a6f" providerId="LiveId" clId="{FC012E74-5459-4133-AE0D-4744DBCFF038}" dt="2025-10-25T03:50:04" v="4791"/>
        <pc:sldMkLst>
          <pc:docMk/>
          <pc:sldMk cId="805820204" sldId="270"/>
        </pc:sldMkLst>
        <pc:spChg chg="add mod">
          <ac:chgData name="Likhitha k" userId="9c3a5a375a870a6f" providerId="LiveId" clId="{FC012E74-5459-4133-AE0D-4744DBCFF038}" dt="2025-10-24T16:43:38.790" v="4369" actId="13926"/>
          <ac:spMkLst>
            <pc:docMk/>
            <pc:sldMk cId="805820204" sldId="270"/>
            <ac:spMk id="3" creationId="{F44274FF-222E-DDE6-5458-CDA93524AA75}"/>
          </ac:spMkLst>
        </pc:spChg>
        <pc:picChg chg="add mod">
          <ac:chgData name="Likhitha k" userId="9c3a5a375a870a6f" providerId="LiveId" clId="{FC012E74-5459-4133-AE0D-4744DBCFF038}" dt="2025-10-05T06:32:03.943" v="1671" actId="14100"/>
          <ac:picMkLst>
            <pc:docMk/>
            <pc:sldMk cId="805820204" sldId="270"/>
            <ac:picMk id="11" creationId="{9431364D-7C21-2807-FADB-E4943AB7A6FD}"/>
          </ac:picMkLst>
        </pc:picChg>
      </pc:sldChg>
      <pc:sldChg chg="addSp delSp modSp add mod modTransition">
        <pc:chgData name="Likhitha k" userId="9c3a5a375a870a6f" providerId="LiveId" clId="{FC012E74-5459-4133-AE0D-4744DBCFF038}" dt="2025-10-25T03:50:04" v="4791"/>
        <pc:sldMkLst>
          <pc:docMk/>
          <pc:sldMk cId="2776452180" sldId="271"/>
        </pc:sldMkLst>
        <pc:spChg chg="add mod">
          <ac:chgData name="Likhitha k" userId="9c3a5a375a870a6f" providerId="LiveId" clId="{FC012E74-5459-4133-AE0D-4744DBCFF038}" dt="2025-10-24T16:46:01.391" v="4394" actId="13926"/>
          <ac:spMkLst>
            <pc:docMk/>
            <pc:sldMk cId="2776452180" sldId="271"/>
            <ac:spMk id="3" creationId="{C293C162-4A76-AAE2-C224-C3C8ECA1A430}"/>
          </ac:spMkLst>
        </pc:spChg>
        <pc:picChg chg="add mod">
          <ac:chgData name="Likhitha k" userId="9c3a5a375a870a6f" providerId="LiveId" clId="{FC012E74-5459-4133-AE0D-4744DBCFF038}" dt="2025-10-05T06:48:01.100" v="1747" actId="1076"/>
          <ac:picMkLst>
            <pc:docMk/>
            <pc:sldMk cId="2776452180" sldId="271"/>
            <ac:picMk id="5" creationId="{4CD0C0EF-CD47-7EC4-CD6E-2762BF65BEE6}"/>
          </ac:picMkLst>
        </pc:picChg>
        <pc:picChg chg="add mod">
          <ac:chgData name="Likhitha k" userId="9c3a5a375a870a6f" providerId="LiveId" clId="{FC012E74-5459-4133-AE0D-4744DBCFF038}" dt="2025-10-15T01:41:40.774" v="3776" actId="14100"/>
          <ac:picMkLst>
            <pc:docMk/>
            <pc:sldMk cId="2776452180" sldId="271"/>
            <ac:picMk id="9" creationId="{6E71D40C-C5DC-9DD9-5DFE-F1420B2A7B0B}"/>
          </ac:picMkLst>
        </pc:picChg>
        <pc:picChg chg="add mod">
          <ac:chgData name="Likhitha k" userId="9c3a5a375a870a6f" providerId="LiveId" clId="{FC012E74-5459-4133-AE0D-4744DBCFF038}" dt="2025-10-05T06:49:25.286" v="1752" actId="1440"/>
          <ac:picMkLst>
            <pc:docMk/>
            <pc:sldMk cId="2776452180" sldId="271"/>
            <ac:picMk id="4098" creationId="{2869F59B-1256-7766-38B9-2B485C0F1FB3}"/>
          </ac:picMkLst>
        </pc:picChg>
      </pc:sldChg>
      <pc:sldChg chg="addSp modSp add mod modTransition">
        <pc:chgData name="Likhitha k" userId="9c3a5a375a870a6f" providerId="LiveId" clId="{FC012E74-5459-4133-AE0D-4744DBCFF038}" dt="2025-10-25T03:50:04" v="4791"/>
        <pc:sldMkLst>
          <pc:docMk/>
          <pc:sldMk cId="1120520316" sldId="272"/>
        </pc:sldMkLst>
        <pc:spChg chg="add mod">
          <ac:chgData name="Likhitha k" userId="9c3a5a375a870a6f" providerId="LiveId" clId="{FC012E74-5459-4133-AE0D-4744DBCFF038}" dt="2025-10-24T16:41:57.078" v="4348" actId="13926"/>
          <ac:spMkLst>
            <pc:docMk/>
            <pc:sldMk cId="1120520316" sldId="272"/>
            <ac:spMk id="3" creationId="{623206C7-E748-0B46-7857-21ED533E84B6}"/>
          </ac:spMkLst>
        </pc:spChg>
        <pc:spChg chg="add mod">
          <ac:chgData name="Likhitha k" userId="9c3a5a375a870a6f" providerId="LiveId" clId="{FC012E74-5459-4133-AE0D-4744DBCFF038}" dt="2025-10-24T16:43:27.390" v="4367" actId="12"/>
          <ac:spMkLst>
            <pc:docMk/>
            <pc:sldMk cId="1120520316" sldId="272"/>
            <ac:spMk id="5" creationId="{A08F9D3A-51D7-BAD4-3FC3-6ED4BAA9CAFE}"/>
          </ac:spMkLst>
        </pc:spChg>
        <pc:picChg chg="add mod">
          <ac:chgData name="Likhitha k" userId="9c3a5a375a870a6f" providerId="LiveId" clId="{FC012E74-5459-4133-AE0D-4744DBCFF038}" dt="2025-10-05T06:07:35.463" v="950" actId="1440"/>
          <ac:picMkLst>
            <pc:docMk/>
            <pc:sldMk cId="1120520316" sldId="272"/>
            <ac:picMk id="7170" creationId="{625AF51B-1448-F4BF-3555-4367DF7993AF}"/>
          </ac:picMkLst>
        </pc:picChg>
      </pc:sldChg>
      <pc:sldChg chg="addSp modSp add mod modTransition">
        <pc:chgData name="Likhitha k" userId="9c3a5a375a870a6f" providerId="LiveId" clId="{FC012E74-5459-4133-AE0D-4744DBCFF038}" dt="2025-10-25T03:50:04" v="4791"/>
        <pc:sldMkLst>
          <pc:docMk/>
          <pc:sldMk cId="2044688814" sldId="273"/>
        </pc:sldMkLst>
        <pc:spChg chg="add mod">
          <ac:chgData name="Likhitha k" userId="9c3a5a375a870a6f" providerId="LiveId" clId="{FC012E74-5459-4133-AE0D-4744DBCFF038}" dt="2025-10-24T16:43:52.502" v="4371" actId="13926"/>
          <ac:spMkLst>
            <pc:docMk/>
            <pc:sldMk cId="2044688814" sldId="273"/>
            <ac:spMk id="3" creationId="{C1FD59EB-9117-19BD-2781-FA2DE1593660}"/>
          </ac:spMkLst>
        </pc:spChg>
        <pc:spChg chg="add mod">
          <ac:chgData name="Likhitha k" userId="9c3a5a375a870a6f" providerId="LiveId" clId="{FC012E74-5459-4133-AE0D-4744DBCFF038}" dt="2025-10-24T16:45:34.214" v="4388" actId="12"/>
          <ac:spMkLst>
            <pc:docMk/>
            <pc:sldMk cId="2044688814" sldId="273"/>
            <ac:spMk id="4" creationId="{DF68D801-092C-3711-EC5E-12D44C416F03}"/>
          </ac:spMkLst>
        </pc:spChg>
        <pc:picChg chg="add mod">
          <ac:chgData name="Likhitha k" userId="9c3a5a375a870a6f" providerId="LiveId" clId="{FC012E74-5459-4133-AE0D-4744DBCFF038}" dt="2025-10-05T06:29:17.337" v="1659" actId="1440"/>
          <ac:picMkLst>
            <pc:docMk/>
            <pc:sldMk cId="2044688814" sldId="273"/>
            <ac:picMk id="1026" creationId="{7051107A-9A0B-9A96-CC62-D428A49D37B5}"/>
          </ac:picMkLst>
        </pc:picChg>
      </pc:sldChg>
      <pc:sldChg chg="addSp modSp add del mod modTransition">
        <pc:chgData name="Likhitha k" userId="9c3a5a375a870a6f" providerId="LiveId" clId="{FC012E74-5459-4133-AE0D-4744DBCFF038}" dt="2025-10-12T16:16:55.151" v="2567" actId="2696"/>
        <pc:sldMkLst>
          <pc:docMk/>
          <pc:sldMk cId="3816389038" sldId="274"/>
        </pc:sldMkLst>
      </pc:sldChg>
      <pc:sldChg chg="addSp delSp modSp add mod modTransition">
        <pc:chgData name="Likhitha k" userId="9c3a5a375a870a6f" providerId="LiveId" clId="{FC012E74-5459-4133-AE0D-4744DBCFF038}" dt="2025-10-25T03:50:04" v="4791"/>
        <pc:sldMkLst>
          <pc:docMk/>
          <pc:sldMk cId="3521807821" sldId="275"/>
        </pc:sldMkLst>
        <pc:spChg chg="add mod">
          <ac:chgData name="Likhitha k" userId="9c3a5a375a870a6f" providerId="LiveId" clId="{FC012E74-5459-4133-AE0D-4744DBCFF038}" dt="2025-10-24T16:45:52.081" v="4392" actId="13926"/>
          <ac:spMkLst>
            <pc:docMk/>
            <pc:sldMk cId="3521807821" sldId="275"/>
            <ac:spMk id="3" creationId="{E06C706F-9750-874A-D3E0-C057872F1B52}"/>
          </ac:spMkLst>
        </pc:spChg>
        <pc:picChg chg="add mod">
          <ac:chgData name="Likhitha k" userId="9c3a5a375a870a6f" providerId="LiveId" clId="{FC012E74-5459-4133-AE0D-4744DBCFF038}" dt="2025-10-13T01:46:57.737" v="3563" actId="962"/>
          <ac:picMkLst>
            <pc:docMk/>
            <pc:sldMk cId="3521807821" sldId="275"/>
            <ac:picMk id="4" creationId="{DD347F63-1968-EA6B-4811-C1668890E5BB}"/>
          </ac:picMkLst>
        </pc:picChg>
        <pc:picChg chg="add mod">
          <ac:chgData name="Likhitha k" userId="9c3a5a375a870a6f" providerId="LiveId" clId="{FC012E74-5459-4133-AE0D-4744DBCFF038}" dt="2025-10-05T06:39:57.826" v="1708" actId="1076"/>
          <ac:picMkLst>
            <pc:docMk/>
            <pc:sldMk cId="3521807821" sldId="275"/>
            <ac:picMk id="9" creationId="{0F231C15-0629-2980-917A-91978D880697}"/>
          </ac:picMkLst>
        </pc:picChg>
        <pc:picChg chg="add mod">
          <ac:chgData name="Likhitha k" userId="9c3a5a375a870a6f" providerId="LiveId" clId="{FC012E74-5459-4133-AE0D-4744DBCFF038}" dt="2025-10-15T01:35:34.617" v="3759" actId="14100"/>
          <ac:picMkLst>
            <pc:docMk/>
            <pc:sldMk cId="3521807821" sldId="275"/>
            <ac:picMk id="10" creationId="{CA23F3AF-D4EC-4B5B-1E56-BED3973B0BD3}"/>
          </ac:picMkLst>
        </pc:picChg>
        <pc:picChg chg="add mod">
          <ac:chgData name="Likhitha k" userId="9c3a5a375a870a6f" providerId="LiveId" clId="{FC012E74-5459-4133-AE0D-4744DBCFF038}" dt="2025-10-15T01:38:32.973" v="3768" actId="14100"/>
          <ac:picMkLst>
            <pc:docMk/>
            <pc:sldMk cId="3521807821" sldId="275"/>
            <ac:picMk id="14" creationId="{0B6DF8EC-E4A4-E13E-EBD1-797303CF705E}"/>
          </ac:picMkLst>
        </pc:picChg>
      </pc:sldChg>
      <pc:sldChg chg="addSp delSp modSp add del mod modTransition">
        <pc:chgData name="Likhitha k" userId="9c3a5a375a870a6f" providerId="LiveId" clId="{FC012E74-5459-4133-AE0D-4744DBCFF038}" dt="2025-10-15T01:26:30.781" v="3707" actId="2696"/>
        <pc:sldMkLst>
          <pc:docMk/>
          <pc:sldMk cId="2118590666" sldId="276"/>
        </pc:sldMkLst>
      </pc:sldChg>
      <pc:sldChg chg="addSp modSp add mod modTransition">
        <pc:chgData name="Likhitha k" userId="9c3a5a375a870a6f" providerId="LiveId" clId="{FC012E74-5459-4133-AE0D-4744DBCFF038}" dt="2025-10-25T03:50:04" v="4791"/>
        <pc:sldMkLst>
          <pc:docMk/>
          <pc:sldMk cId="1740607386" sldId="277"/>
        </pc:sldMkLst>
        <pc:spChg chg="add mod">
          <ac:chgData name="Likhitha k" userId="9c3a5a375a870a6f" providerId="LiveId" clId="{FC012E74-5459-4133-AE0D-4744DBCFF038}" dt="2025-10-25T03:49:44.272" v="4790" actId="13926"/>
          <ac:spMkLst>
            <pc:docMk/>
            <pc:sldMk cId="1740607386" sldId="277"/>
            <ac:spMk id="4" creationId="{888C7DED-1A2B-A267-200A-B094F634FDBD}"/>
          </ac:spMkLst>
        </pc:spChg>
        <pc:spChg chg="add mod">
          <ac:chgData name="Likhitha k" userId="9c3a5a375a870a6f" providerId="LiveId" clId="{FC012E74-5459-4133-AE0D-4744DBCFF038}" dt="2025-10-25T03:49:38.206" v="4788" actId="13926"/>
          <ac:spMkLst>
            <pc:docMk/>
            <pc:sldMk cId="1740607386" sldId="277"/>
            <ac:spMk id="5" creationId="{B5CBE848-4E8C-8BEB-A5F0-C22472521BE5}"/>
          </ac:spMkLst>
        </pc:spChg>
        <pc:picChg chg="add mod">
          <ac:chgData name="Likhitha k" userId="9c3a5a375a870a6f" providerId="LiveId" clId="{FC012E74-5459-4133-AE0D-4744DBCFF038}" dt="2025-10-23T09:58:37.499" v="4173" actId="1076"/>
          <ac:picMkLst>
            <pc:docMk/>
            <pc:sldMk cId="1740607386" sldId="277"/>
            <ac:picMk id="3" creationId="{793867AC-AD6A-5DC8-5F66-2A35D5045B75}"/>
          </ac:picMkLst>
        </pc:picChg>
        <pc:picChg chg="add mod">
          <ac:chgData name="Likhitha k" userId="9c3a5a375a870a6f" providerId="LiveId" clId="{FC012E74-5459-4133-AE0D-4744DBCFF038}" dt="2025-10-06T16:42:11.522" v="2478" actId="1440"/>
          <ac:picMkLst>
            <pc:docMk/>
            <pc:sldMk cId="1740607386" sldId="277"/>
            <ac:picMk id="6146" creationId="{109CFC07-9A21-86BA-6F40-19FCB982CC19}"/>
          </ac:picMkLst>
        </pc:picChg>
        <pc:picChg chg="add mod">
          <ac:chgData name="Likhitha k" userId="9c3a5a375a870a6f" providerId="LiveId" clId="{FC012E74-5459-4133-AE0D-4744DBCFF038}" dt="2025-10-06T16:42:18.745" v="2480" actId="1440"/>
          <ac:picMkLst>
            <pc:docMk/>
            <pc:sldMk cId="1740607386" sldId="277"/>
            <ac:picMk id="6148" creationId="{0E0BBC3B-8EEA-4A24-CABA-27E4161E2214}"/>
          </ac:picMkLst>
        </pc:picChg>
        <pc:picChg chg="add mod">
          <ac:chgData name="Likhitha k" userId="9c3a5a375a870a6f" providerId="LiveId" clId="{FC012E74-5459-4133-AE0D-4744DBCFF038}" dt="2025-10-06T16:42:15.133" v="2479" actId="1440"/>
          <ac:picMkLst>
            <pc:docMk/>
            <pc:sldMk cId="1740607386" sldId="277"/>
            <ac:picMk id="6150" creationId="{1E0D4701-A0B7-F040-6CB8-B63649A4889F}"/>
          </ac:picMkLst>
        </pc:picChg>
      </pc:sldChg>
      <pc:sldChg chg="addSp modSp add del mod modTransition">
        <pc:chgData name="Likhitha k" userId="9c3a5a375a870a6f" providerId="LiveId" clId="{FC012E74-5459-4133-AE0D-4744DBCFF038}" dt="2025-10-12T16:17:15.852" v="2570" actId="2696"/>
        <pc:sldMkLst>
          <pc:docMk/>
          <pc:sldMk cId="2803598632" sldId="278"/>
        </pc:sldMkLst>
      </pc:sldChg>
      <pc:sldChg chg="addSp delSp modSp add del mod modTransition">
        <pc:chgData name="Likhitha k" userId="9c3a5a375a870a6f" providerId="LiveId" clId="{FC012E74-5459-4133-AE0D-4744DBCFF038}" dt="2025-10-15T01:27:50.140" v="3720" actId="2696"/>
        <pc:sldMkLst>
          <pc:docMk/>
          <pc:sldMk cId="4233485827" sldId="278"/>
        </pc:sldMkLst>
      </pc:sldChg>
      <pc:sldChg chg="addSp delSp modSp add del mod modTransition">
        <pc:chgData name="Likhitha k" userId="9c3a5a375a870a6f" providerId="LiveId" clId="{FC012E74-5459-4133-AE0D-4744DBCFF038}" dt="2025-10-15T01:26:33.904" v="3708" actId="2696"/>
        <pc:sldMkLst>
          <pc:docMk/>
          <pc:sldMk cId="2658884470" sldId="279"/>
        </pc:sldMkLst>
      </pc:sldChg>
      <pc:sldChg chg="addSp delSp modSp add del mod modTransition">
        <pc:chgData name="Likhitha k" userId="9c3a5a375a870a6f" providerId="LiveId" clId="{FC012E74-5459-4133-AE0D-4744DBCFF038}" dt="2025-10-15T01:28:16.798" v="3727" actId="2696"/>
        <pc:sldMkLst>
          <pc:docMk/>
          <pc:sldMk cId="247532112" sldId="280"/>
        </pc:sldMkLst>
      </pc:sldChg>
      <pc:sldChg chg="add del">
        <pc:chgData name="Likhitha k" userId="9c3a5a375a870a6f" providerId="LiveId" clId="{FC012E74-5459-4133-AE0D-4744DBCFF038}" dt="2025-10-13T01:47:13.932" v="3564" actId="2696"/>
        <pc:sldMkLst>
          <pc:docMk/>
          <pc:sldMk cId="2213760356" sldId="281"/>
        </pc:sldMkLst>
      </pc:sldChg>
      <pc:sldChg chg="addSp delSp modSp add del mod modTransition">
        <pc:chgData name="Likhitha k" userId="9c3a5a375a870a6f" providerId="LiveId" clId="{FC012E74-5459-4133-AE0D-4744DBCFF038}" dt="2025-10-15T01:28:12.656" v="3726" actId="2696"/>
        <pc:sldMkLst>
          <pc:docMk/>
          <pc:sldMk cId="1882108133" sldId="282"/>
        </pc:sldMkLst>
      </pc:sldChg>
      <pc:sldChg chg="addSp delSp modSp add del mod modTransition">
        <pc:chgData name="Likhitha k" userId="9c3a5a375a870a6f" providerId="LiveId" clId="{FC012E74-5459-4133-AE0D-4744DBCFF038}" dt="2025-10-15T01:28:23.402" v="3729" actId="2696"/>
        <pc:sldMkLst>
          <pc:docMk/>
          <pc:sldMk cId="87035761" sldId="283"/>
        </pc:sldMkLst>
      </pc:sldChg>
      <pc:sldChg chg="addSp modSp add del mod modTransition">
        <pc:chgData name="Likhitha k" userId="9c3a5a375a870a6f" providerId="LiveId" clId="{FC012E74-5459-4133-AE0D-4744DBCFF038}" dt="2025-10-15T01:28:30.150" v="3731" actId="2696"/>
        <pc:sldMkLst>
          <pc:docMk/>
          <pc:sldMk cId="2245092419" sldId="284"/>
        </pc:sldMkLst>
      </pc:sldChg>
      <pc:sldChg chg="addSp modSp add del mod modTransition">
        <pc:chgData name="Likhitha k" userId="9c3a5a375a870a6f" providerId="LiveId" clId="{FC012E74-5459-4133-AE0D-4744DBCFF038}" dt="2025-10-15T01:28:32.922" v="3732" actId="2696"/>
        <pc:sldMkLst>
          <pc:docMk/>
          <pc:sldMk cId="2594042816" sldId="285"/>
        </pc:sldMkLst>
      </pc:sldChg>
      <pc:sldChg chg="addSp modSp add del mod modTransition">
        <pc:chgData name="Likhitha k" userId="9c3a5a375a870a6f" providerId="LiveId" clId="{FC012E74-5459-4133-AE0D-4744DBCFF038}" dt="2025-10-15T01:26:39.712" v="3709" actId="2696"/>
        <pc:sldMkLst>
          <pc:docMk/>
          <pc:sldMk cId="3745563640" sldId="286"/>
        </pc:sldMkLst>
      </pc:sldChg>
      <pc:sldChg chg="addSp delSp modSp add mod modTransition">
        <pc:chgData name="Likhitha k" userId="9c3a5a375a870a6f" providerId="LiveId" clId="{FC012E74-5459-4133-AE0D-4744DBCFF038}" dt="2025-10-25T09:50:27.294" v="4832" actId="20577"/>
        <pc:sldMkLst>
          <pc:docMk/>
          <pc:sldMk cId="615566264" sldId="287"/>
        </pc:sldMkLst>
        <pc:spChg chg="add mod">
          <ac:chgData name="Likhitha k" userId="9c3a5a375a870a6f" providerId="LiveId" clId="{FC012E74-5459-4133-AE0D-4744DBCFF038}" dt="2025-10-25T09:50:27.294" v="4832" actId="20577"/>
          <ac:spMkLst>
            <pc:docMk/>
            <pc:sldMk cId="615566264" sldId="287"/>
            <ac:spMk id="4" creationId="{2E030C8E-BF26-E862-E818-19C4F39472D2}"/>
          </ac:spMkLst>
        </pc:spChg>
        <pc:spChg chg="add mod">
          <ac:chgData name="Likhitha k" userId="9c3a5a375a870a6f" providerId="LiveId" clId="{FC012E74-5459-4133-AE0D-4744DBCFF038}" dt="2025-10-24T16:46:21.560" v="4402" actId="20577"/>
          <ac:spMkLst>
            <pc:docMk/>
            <pc:sldMk cId="615566264" sldId="287"/>
            <ac:spMk id="8" creationId="{C849D0E1-C3A0-CAF6-B262-B7C9A3A453D8}"/>
          </ac:spMkLst>
        </pc:spChg>
        <pc:spChg chg="add mod">
          <ac:chgData name="Likhitha k" userId="9c3a5a375a870a6f" providerId="LiveId" clId="{FC012E74-5459-4133-AE0D-4744DBCFF038}" dt="2025-10-25T03:30:59.539" v="4624" actId="14100"/>
          <ac:spMkLst>
            <pc:docMk/>
            <pc:sldMk cId="615566264" sldId="287"/>
            <ac:spMk id="11" creationId="{2A590316-A7A0-36D9-BCEF-C2500946EF7C}"/>
          </ac:spMkLst>
        </pc:spChg>
        <pc:spChg chg="add mod">
          <ac:chgData name="Likhitha k" userId="9c3a5a375a870a6f" providerId="LiveId" clId="{FC012E74-5459-4133-AE0D-4744DBCFF038}" dt="2025-10-15T01:47:08.610" v="3833" actId="255"/>
          <ac:spMkLst>
            <pc:docMk/>
            <pc:sldMk cId="615566264" sldId="287"/>
            <ac:spMk id="12" creationId="{9622C4A4-04A7-49AD-9F56-3ABAFCA5AEF6}"/>
          </ac:spMkLst>
        </pc:spChg>
        <pc:picChg chg="add del mod">
          <ac:chgData name="Likhitha k" userId="9c3a5a375a870a6f" providerId="LiveId" clId="{FC012E74-5459-4133-AE0D-4744DBCFF038}" dt="2025-10-25T02:51:16.505" v="4598" actId="21"/>
          <ac:picMkLst>
            <pc:docMk/>
            <pc:sldMk cId="615566264" sldId="287"/>
            <ac:picMk id="5" creationId="{4D60E0A4-7E51-8E13-99B1-155F2E99588B}"/>
          </ac:picMkLst>
        </pc:picChg>
        <pc:picChg chg="add del mod">
          <ac:chgData name="Likhitha k" userId="9c3a5a375a870a6f" providerId="LiveId" clId="{FC012E74-5459-4133-AE0D-4744DBCFF038}" dt="2025-10-25T02:52:01.277" v="4604" actId="21"/>
          <ac:picMkLst>
            <pc:docMk/>
            <pc:sldMk cId="615566264" sldId="287"/>
            <ac:picMk id="6" creationId="{1E4BAF9F-3CBA-B91E-BC62-ACA27BC926F5}"/>
          </ac:picMkLst>
        </pc:picChg>
        <pc:picChg chg="add mod">
          <ac:chgData name="Likhitha k" userId="9c3a5a375a870a6f" providerId="LiveId" clId="{FC012E74-5459-4133-AE0D-4744DBCFF038}" dt="2025-10-25T02:52:23.656" v="4607" actId="14100"/>
          <ac:picMkLst>
            <pc:docMk/>
            <pc:sldMk cId="615566264" sldId="287"/>
            <ac:picMk id="9" creationId="{A9F923DB-9B23-9950-896F-4C8A70664644}"/>
          </ac:picMkLst>
        </pc:picChg>
        <pc:picChg chg="add del mod">
          <ac:chgData name="Likhitha k" userId="9c3a5a375a870a6f" providerId="LiveId" clId="{FC012E74-5459-4133-AE0D-4744DBCFF038}" dt="2025-10-24T16:46:55.254" v="4403" actId="21"/>
          <ac:picMkLst>
            <pc:docMk/>
            <pc:sldMk cId="615566264" sldId="287"/>
            <ac:picMk id="15" creationId="{97E5E830-5946-4438-2FCB-2C8F2DC651FD}"/>
          </ac:picMkLst>
        </pc:picChg>
      </pc:sldChg>
      <pc:sldChg chg="addSp modSp add del modTransition modAnim">
        <pc:chgData name="Likhitha k" userId="9c3a5a375a870a6f" providerId="LiveId" clId="{FC012E74-5459-4133-AE0D-4744DBCFF038}" dt="2025-10-25T06:58:22.887" v="4826" actId="2696"/>
        <pc:sldMkLst>
          <pc:docMk/>
          <pc:sldMk cId="1868660657" sldId="288"/>
        </pc:sldMkLst>
      </pc:sldChg>
      <pc:sldChg chg="addSp modSp add del mod modTransition">
        <pc:chgData name="Likhitha k" userId="9c3a5a375a870a6f" providerId="LiveId" clId="{FC012E74-5459-4133-AE0D-4744DBCFF038}" dt="2025-10-15T01:28:26.786" v="3730" actId="2696"/>
        <pc:sldMkLst>
          <pc:docMk/>
          <pc:sldMk cId="968363348" sldId="289"/>
        </pc:sldMkLst>
      </pc:sldChg>
      <pc:sldChg chg="addSp delSp modSp add mod ord modTransition">
        <pc:chgData name="Likhitha k" userId="9c3a5a375a870a6f" providerId="LiveId" clId="{FC012E74-5459-4133-AE0D-4744DBCFF038}" dt="2025-10-25T03:50:04" v="4791"/>
        <pc:sldMkLst>
          <pc:docMk/>
          <pc:sldMk cId="3836318992" sldId="290"/>
        </pc:sldMkLst>
        <pc:spChg chg="add del mod">
          <ac:chgData name="Likhitha k" userId="9c3a5a375a870a6f" providerId="LiveId" clId="{FC012E74-5459-4133-AE0D-4744DBCFF038}" dt="2025-10-24T17:23:09.207" v="4585"/>
          <ac:spMkLst>
            <pc:docMk/>
            <pc:sldMk cId="3836318992" sldId="290"/>
            <ac:spMk id="3" creationId="{0D7617A8-F949-0CA9-5804-B06B1A41D4E2}"/>
          </ac:spMkLst>
        </pc:spChg>
        <pc:spChg chg="add mod">
          <ac:chgData name="Likhitha k" userId="9c3a5a375a870a6f" providerId="LiveId" clId="{FC012E74-5459-4133-AE0D-4744DBCFF038}" dt="2025-10-25T03:48:40.481" v="4785" actId="5793"/>
          <ac:spMkLst>
            <pc:docMk/>
            <pc:sldMk cId="3836318992" sldId="290"/>
            <ac:spMk id="4" creationId="{D55E1A6B-D4DF-189D-E146-E5900659DAEB}"/>
          </ac:spMkLst>
        </pc:spChg>
        <pc:spChg chg="add mod">
          <ac:chgData name="Likhitha k" userId="9c3a5a375a870a6f" providerId="LiveId" clId="{FC012E74-5459-4133-AE0D-4744DBCFF038}" dt="2025-10-24T17:22:50.318" v="4583" actId="1076"/>
          <ac:spMkLst>
            <pc:docMk/>
            <pc:sldMk cId="3836318992" sldId="290"/>
            <ac:spMk id="11" creationId="{757D6FC5-4288-9B6E-0AAC-7B1EFE6B4CF4}"/>
          </ac:spMkLst>
        </pc:spChg>
        <pc:picChg chg="add mod">
          <ac:chgData name="Likhitha k" userId="9c3a5a375a870a6f" providerId="LiveId" clId="{FC012E74-5459-4133-AE0D-4744DBCFF038}" dt="2025-10-13T01:33:19.935" v="3478" actId="1440"/>
          <ac:picMkLst>
            <pc:docMk/>
            <pc:sldMk cId="3836318992" sldId="290"/>
            <ac:picMk id="1033" creationId="{F1F4C522-7009-A050-64E0-9C1D67C6A39E}"/>
          </ac:picMkLst>
        </pc:picChg>
      </pc:sldChg>
      <pc:sldChg chg="addSp modSp add del mod ord modTransition">
        <pc:chgData name="Likhitha k" userId="9c3a5a375a870a6f" providerId="LiveId" clId="{FC012E74-5459-4133-AE0D-4744DBCFF038}" dt="2025-10-15T01:28:19.525" v="3728" actId="2696"/>
        <pc:sldMkLst>
          <pc:docMk/>
          <pc:sldMk cId="3252317027" sldId="291"/>
        </pc:sldMkLst>
      </pc:sldChg>
      <pc:sldChg chg="addSp modSp add del mod modTransition">
        <pc:chgData name="Likhitha k" userId="9c3a5a375a870a6f" providerId="LiveId" clId="{FC012E74-5459-4133-AE0D-4744DBCFF038}" dt="2025-10-15T01:28:08" v="3725" actId="2696"/>
        <pc:sldMkLst>
          <pc:docMk/>
          <pc:sldMk cId="788149204" sldId="292"/>
        </pc:sldMkLst>
      </pc:sldChg>
      <pc:sldChg chg="addSp modSp add mod modTransition">
        <pc:chgData name="Likhitha k" userId="9c3a5a375a870a6f" providerId="LiveId" clId="{FC012E74-5459-4133-AE0D-4744DBCFF038}" dt="2025-10-25T03:50:04" v="4791"/>
        <pc:sldMkLst>
          <pc:docMk/>
          <pc:sldMk cId="366158471" sldId="293"/>
        </pc:sldMkLst>
        <pc:spChg chg="add mod">
          <ac:chgData name="Likhitha k" userId="9c3a5a375a870a6f" providerId="LiveId" clId="{FC012E74-5459-4133-AE0D-4744DBCFF038}" dt="2025-10-25T03:49:26.364" v="4786"/>
          <ac:spMkLst>
            <pc:docMk/>
            <pc:sldMk cId="366158471" sldId="293"/>
            <ac:spMk id="3" creationId="{B2D58A9A-EA68-ED55-C000-09CC83D093E1}"/>
          </ac:spMkLst>
        </pc:spChg>
        <pc:spChg chg="add mod">
          <ac:chgData name="Likhitha k" userId="9c3a5a375a870a6f" providerId="LiveId" clId="{FC012E74-5459-4133-AE0D-4744DBCFF038}" dt="2025-10-13T01:43:07.573" v="3536" actId="1076"/>
          <ac:spMkLst>
            <pc:docMk/>
            <pc:sldMk cId="366158471" sldId="293"/>
            <ac:spMk id="4" creationId="{EE3857A6-86F4-706C-D160-D32ED8597B67}"/>
          </ac:spMkLst>
        </pc:spChg>
        <pc:picChg chg="add mod">
          <ac:chgData name="Likhitha k" userId="9c3a5a375a870a6f" providerId="LiveId" clId="{FC012E74-5459-4133-AE0D-4744DBCFF038}" dt="2025-10-13T01:44:29.652" v="3545" actId="14100"/>
          <ac:picMkLst>
            <pc:docMk/>
            <pc:sldMk cId="366158471" sldId="293"/>
            <ac:picMk id="3074" creationId="{743DD23C-3C3D-A054-45C5-9A300C5B4A71}"/>
          </ac:picMkLst>
        </pc:picChg>
      </pc:sldChg>
      <pc:sldChg chg="add del">
        <pc:chgData name="Likhitha k" userId="9c3a5a375a870a6f" providerId="LiveId" clId="{FC012E74-5459-4133-AE0D-4744DBCFF038}" dt="2025-10-15T02:36:15.043" v="4100" actId="2696"/>
        <pc:sldMkLst>
          <pc:docMk/>
          <pc:sldMk cId="3383021766" sldId="294"/>
        </pc:sldMkLst>
      </pc:sldChg>
      <pc:sldChg chg="addSp modSp add del mod modTransition">
        <pc:chgData name="Likhitha k" userId="9c3a5a375a870a6f" providerId="LiveId" clId="{FC012E74-5459-4133-AE0D-4744DBCFF038}" dt="2025-10-15T01:27:14.248" v="3711" actId="2696"/>
        <pc:sldMkLst>
          <pc:docMk/>
          <pc:sldMk cId="3755751997" sldId="294"/>
        </pc:sldMkLst>
      </pc:sldChg>
      <pc:sldChg chg="add del">
        <pc:chgData name="Likhitha k" userId="9c3a5a375a870a6f" providerId="LiveId" clId="{FC012E74-5459-4133-AE0D-4744DBCFF038}" dt="2025-10-15T01:27:20.699" v="3713" actId="2696"/>
        <pc:sldMkLst>
          <pc:docMk/>
          <pc:sldMk cId="23441055" sldId="295"/>
        </pc:sldMkLst>
      </pc:sldChg>
      <pc:sldChg chg="add del">
        <pc:chgData name="Likhitha k" userId="9c3a5a375a870a6f" providerId="LiveId" clId="{FC012E74-5459-4133-AE0D-4744DBCFF038}" dt="2025-10-15T02:36:11.702" v="4099" actId="2696"/>
        <pc:sldMkLst>
          <pc:docMk/>
          <pc:sldMk cId="959667092" sldId="295"/>
        </pc:sldMkLst>
      </pc:sldChg>
      <pc:sldChg chg="add del">
        <pc:chgData name="Likhitha k" userId="9c3a5a375a870a6f" providerId="LiveId" clId="{FC012E74-5459-4133-AE0D-4744DBCFF038}" dt="2025-10-15T02:36:09.349" v="4098" actId="2696"/>
        <pc:sldMkLst>
          <pc:docMk/>
          <pc:sldMk cId="1015746639" sldId="296"/>
        </pc:sldMkLst>
      </pc:sldChg>
      <pc:sldChg chg="add del replId">
        <pc:chgData name="Likhitha k" userId="9c3a5a375a870a6f" providerId="LiveId" clId="{FC012E74-5459-4133-AE0D-4744DBCFF038}" dt="2025-10-15T01:27:17.585" v="3712" actId="2696"/>
        <pc:sldMkLst>
          <pc:docMk/>
          <pc:sldMk cId="2843634456" sldId="296"/>
        </pc:sldMkLst>
      </pc:sldChg>
      <pc:sldChg chg="add del replId">
        <pc:chgData name="Likhitha k" userId="9c3a5a375a870a6f" providerId="LiveId" clId="{FC012E74-5459-4133-AE0D-4744DBCFF038}" dt="2025-10-15T01:27:24.251" v="3714" actId="2696"/>
        <pc:sldMkLst>
          <pc:docMk/>
          <pc:sldMk cId="2212669912" sldId="297"/>
        </pc:sldMkLst>
      </pc:sldChg>
      <pc:sldChg chg="addSp delSp modSp add mod modTransition">
        <pc:chgData name="Likhitha k" userId="9c3a5a375a870a6f" providerId="LiveId" clId="{FC012E74-5459-4133-AE0D-4744DBCFF038}" dt="2025-10-25T03:50:04" v="4791"/>
        <pc:sldMkLst>
          <pc:docMk/>
          <pc:sldMk cId="2830833422" sldId="297"/>
        </pc:sldMkLst>
        <pc:spChg chg="add mod">
          <ac:chgData name="Likhitha k" userId="9c3a5a375a870a6f" providerId="LiveId" clId="{FC012E74-5459-4133-AE0D-4744DBCFF038}" dt="2025-10-24T16:56:17.055" v="4519" actId="255"/>
          <ac:spMkLst>
            <pc:docMk/>
            <pc:sldMk cId="2830833422" sldId="297"/>
            <ac:spMk id="5" creationId="{E609CA10-7D87-997A-2A34-5834419C306B}"/>
          </ac:spMkLst>
        </pc:spChg>
        <pc:spChg chg="add mod">
          <ac:chgData name="Likhitha k" userId="9c3a5a375a870a6f" providerId="LiveId" clId="{FC012E74-5459-4133-AE0D-4744DBCFF038}" dt="2025-10-25T03:42:42.295" v="4744" actId="14100"/>
          <ac:spMkLst>
            <pc:docMk/>
            <pc:sldMk cId="2830833422" sldId="297"/>
            <ac:spMk id="6" creationId="{3FBA83DE-A0DC-940A-1476-B06AC32087B3}"/>
          </ac:spMkLst>
        </pc:spChg>
        <pc:spChg chg="add mod">
          <ac:chgData name="Likhitha k" userId="9c3a5a375a870a6f" providerId="LiveId" clId="{FC012E74-5459-4133-AE0D-4744DBCFF038}" dt="2025-10-25T03:42:47.934" v="4745" actId="1076"/>
          <ac:spMkLst>
            <pc:docMk/>
            <pc:sldMk cId="2830833422" sldId="297"/>
            <ac:spMk id="7" creationId="{470BF8D0-3333-D815-725F-0B9EBCAE8DF8}"/>
          </ac:spMkLst>
        </pc:spChg>
        <pc:picChg chg="add mod">
          <ac:chgData name="Likhitha k" userId="9c3a5a375a870a6f" providerId="LiveId" clId="{FC012E74-5459-4133-AE0D-4744DBCFF038}" dt="2025-10-25T03:41:54.971" v="4738" actId="14100"/>
          <ac:picMkLst>
            <pc:docMk/>
            <pc:sldMk cId="2830833422" sldId="297"/>
            <ac:picMk id="4" creationId="{427CB6A6-F05E-746A-E088-903F472BA46D}"/>
          </ac:picMkLst>
        </pc:picChg>
        <pc:picChg chg="add del mod">
          <ac:chgData name="Likhitha k" userId="9c3a5a375a870a6f" providerId="LiveId" clId="{FC012E74-5459-4133-AE0D-4744DBCFF038}" dt="2025-10-24T16:54:28.693" v="4503" actId="21"/>
          <ac:picMkLst>
            <pc:docMk/>
            <pc:sldMk cId="2830833422" sldId="297"/>
            <ac:picMk id="4" creationId="{6C8384F7-226E-E88E-B68C-D7281E1EF15E}"/>
          </ac:picMkLst>
        </pc:picChg>
        <pc:picChg chg="add del mod">
          <ac:chgData name="Likhitha k" userId="9c3a5a375a870a6f" providerId="LiveId" clId="{FC012E74-5459-4133-AE0D-4744DBCFF038}" dt="2025-10-25T03:41:45.057" v="4735" actId="21"/>
          <ac:picMkLst>
            <pc:docMk/>
            <pc:sldMk cId="2830833422" sldId="297"/>
            <ac:picMk id="8" creationId="{C1AA26AE-26A4-F01F-6D4B-79FE495C96E9}"/>
          </ac:picMkLst>
        </pc:picChg>
      </pc:sldChg>
      <pc:sldChg chg="add del replId">
        <pc:chgData name="Likhitha k" userId="9c3a5a375a870a6f" providerId="LiveId" clId="{FC012E74-5459-4133-AE0D-4744DBCFF038}" dt="2025-10-15T01:27:41.862" v="3718" actId="2696"/>
        <pc:sldMkLst>
          <pc:docMk/>
          <pc:sldMk cId="623422391" sldId="298"/>
        </pc:sldMkLst>
      </pc:sldChg>
      <pc:sldChg chg="addSp delSp modSp add mod modTransition">
        <pc:chgData name="Likhitha k" userId="9c3a5a375a870a6f" providerId="LiveId" clId="{FC012E74-5459-4133-AE0D-4744DBCFF038}" dt="2025-10-25T03:50:04" v="4791"/>
        <pc:sldMkLst>
          <pc:docMk/>
          <pc:sldMk cId="2313339556" sldId="298"/>
        </pc:sldMkLst>
        <pc:spChg chg="add mod">
          <ac:chgData name="Likhitha k" userId="9c3a5a375a870a6f" providerId="LiveId" clId="{FC012E74-5459-4133-AE0D-4744DBCFF038}" dt="2025-10-24T16:55:28.062" v="4512" actId="13926"/>
          <ac:spMkLst>
            <pc:docMk/>
            <pc:sldMk cId="2313339556" sldId="298"/>
            <ac:spMk id="5" creationId="{1A5E27A5-0332-76CE-635E-1BB26D0030EB}"/>
          </ac:spMkLst>
        </pc:spChg>
        <pc:spChg chg="add mod">
          <ac:chgData name="Likhitha k" userId="9c3a5a375a870a6f" providerId="LiveId" clId="{FC012E74-5459-4133-AE0D-4744DBCFF038}" dt="2025-10-15T02:27:45.933" v="4042" actId="255"/>
          <ac:spMkLst>
            <pc:docMk/>
            <pc:sldMk cId="2313339556" sldId="298"/>
            <ac:spMk id="6" creationId="{298B29D2-E40A-9324-933B-20E1D76BA66D}"/>
          </ac:spMkLst>
        </pc:spChg>
        <pc:spChg chg="add mod">
          <ac:chgData name="Likhitha k" userId="9c3a5a375a870a6f" providerId="LiveId" clId="{FC012E74-5459-4133-AE0D-4744DBCFF038}" dt="2025-10-25T03:41:19.014" v="4732" actId="12"/>
          <ac:spMkLst>
            <pc:docMk/>
            <pc:sldMk cId="2313339556" sldId="298"/>
            <ac:spMk id="7" creationId="{6663F0AA-0DFB-D14F-C53E-278A4D6BF9AC}"/>
          </ac:spMkLst>
        </pc:spChg>
        <pc:picChg chg="add del mod">
          <ac:chgData name="Likhitha k" userId="9c3a5a375a870a6f" providerId="LiveId" clId="{FC012E74-5459-4133-AE0D-4744DBCFF038}" dt="2025-10-24T16:53:11.880" v="4495" actId="21"/>
          <ac:picMkLst>
            <pc:docMk/>
            <pc:sldMk cId="2313339556" sldId="298"/>
            <ac:picMk id="4" creationId="{33FCE124-4003-1880-3ED1-3E84F411523D}"/>
          </ac:picMkLst>
        </pc:picChg>
        <pc:picChg chg="add mod">
          <ac:chgData name="Likhitha k" userId="9c3a5a375a870a6f" providerId="LiveId" clId="{FC012E74-5459-4133-AE0D-4744DBCFF038}" dt="2025-10-25T03:40:40.934" v="4716" actId="1076"/>
          <ac:picMkLst>
            <pc:docMk/>
            <pc:sldMk cId="2313339556" sldId="298"/>
            <ac:picMk id="4" creationId="{96E60DE3-B85B-B36C-3F35-2DCBBE7A731F}"/>
          </ac:picMkLst>
        </pc:picChg>
        <pc:picChg chg="add del mod">
          <ac:chgData name="Likhitha k" userId="9c3a5a375a870a6f" providerId="LiveId" clId="{FC012E74-5459-4133-AE0D-4744DBCFF038}" dt="2025-10-25T03:40:33.447" v="4713" actId="21"/>
          <ac:picMkLst>
            <pc:docMk/>
            <pc:sldMk cId="2313339556" sldId="298"/>
            <ac:picMk id="8" creationId="{56CBAA29-760A-AC8C-41E8-4804991A516F}"/>
          </ac:picMkLst>
        </pc:picChg>
      </pc:sldChg>
      <pc:sldChg chg="add del replId">
        <pc:chgData name="Likhitha k" userId="9c3a5a375a870a6f" providerId="LiveId" clId="{FC012E74-5459-4133-AE0D-4744DBCFF038}" dt="2025-10-15T01:27:45.669" v="3719" actId="2696"/>
        <pc:sldMkLst>
          <pc:docMk/>
          <pc:sldMk cId="2471846548" sldId="299"/>
        </pc:sldMkLst>
      </pc:sldChg>
      <pc:sldChg chg="addSp delSp modSp add mod modTransition">
        <pc:chgData name="Likhitha k" userId="9c3a5a375a870a6f" providerId="LiveId" clId="{FC012E74-5459-4133-AE0D-4744DBCFF038}" dt="2025-10-25T03:50:04" v="4791"/>
        <pc:sldMkLst>
          <pc:docMk/>
          <pc:sldMk cId="4035242166" sldId="299"/>
        </pc:sldMkLst>
        <pc:spChg chg="add mod">
          <ac:chgData name="Likhitha k" userId="9c3a5a375a870a6f" providerId="LiveId" clId="{FC012E74-5459-4133-AE0D-4744DBCFF038}" dt="2025-10-24T16:52:59.492" v="4494" actId="13926"/>
          <ac:spMkLst>
            <pc:docMk/>
            <pc:sldMk cId="4035242166" sldId="299"/>
            <ac:spMk id="5" creationId="{FA2FEE59-5806-42E7-FEA7-81A41BFE1DCB}"/>
          </ac:spMkLst>
        </pc:spChg>
        <pc:spChg chg="add mod">
          <ac:chgData name="Likhitha k" userId="9c3a5a375a870a6f" providerId="LiveId" clId="{FC012E74-5459-4133-AE0D-4744DBCFF038}" dt="2025-10-15T02:23:54.389" v="3999" actId="255"/>
          <ac:spMkLst>
            <pc:docMk/>
            <pc:sldMk cId="4035242166" sldId="299"/>
            <ac:spMk id="6" creationId="{0E362F20-8192-E4FC-9EF1-BE0620CCE9C1}"/>
          </ac:spMkLst>
        </pc:spChg>
        <pc:spChg chg="add mod">
          <ac:chgData name="Likhitha k" userId="9c3a5a375a870a6f" providerId="LiveId" clId="{FC012E74-5459-4133-AE0D-4744DBCFF038}" dt="2025-10-25T03:40:03.947" v="4710" actId="12"/>
          <ac:spMkLst>
            <pc:docMk/>
            <pc:sldMk cId="4035242166" sldId="299"/>
            <ac:spMk id="7" creationId="{C2CB040B-6CA5-0056-A327-DC4C18F7359C}"/>
          </ac:spMkLst>
        </pc:spChg>
        <pc:picChg chg="add mod">
          <ac:chgData name="Likhitha k" userId="9c3a5a375a870a6f" providerId="LiveId" clId="{FC012E74-5459-4133-AE0D-4744DBCFF038}" dt="2025-10-25T03:37:57.869" v="4700" actId="14100"/>
          <ac:picMkLst>
            <pc:docMk/>
            <pc:sldMk cId="4035242166" sldId="299"/>
            <ac:picMk id="4" creationId="{2521D580-4EB3-07D3-4EE8-9AEF4F1D2E6F}"/>
          </ac:picMkLst>
        </pc:picChg>
        <pc:picChg chg="add del mod">
          <ac:chgData name="Likhitha k" userId="9c3a5a375a870a6f" providerId="LiveId" clId="{FC012E74-5459-4133-AE0D-4744DBCFF038}" dt="2025-10-24T16:51:38.736" v="4439" actId="21"/>
          <ac:picMkLst>
            <pc:docMk/>
            <pc:sldMk cId="4035242166" sldId="299"/>
            <ac:picMk id="4" creationId="{7B36D94E-CA5E-433D-EE4B-EF202C770493}"/>
          </ac:picMkLst>
        </pc:picChg>
        <pc:picChg chg="add del mod">
          <ac:chgData name="Likhitha k" userId="9c3a5a375a870a6f" providerId="LiveId" clId="{FC012E74-5459-4133-AE0D-4744DBCFF038}" dt="2025-10-25T03:36:06.716" v="4697" actId="21"/>
          <ac:picMkLst>
            <pc:docMk/>
            <pc:sldMk cId="4035242166" sldId="299"/>
            <ac:picMk id="8" creationId="{881303FC-A684-F03E-671A-4A4849491EA7}"/>
          </ac:picMkLst>
        </pc:picChg>
      </pc:sldChg>
      <pc:sldChg chg="add del replId">
        <pc:chgData name="Likhitha k" userId="9c3a5a375a870a6f" providerId="LiveId" clId="{FC012E74-5459-4133-AE0D-4744DBCFF038}" dt="2025-10-15T01:27:37.455" v="3717" actId="2696"/>
        <pc:sldMkLst>
          <pc:docMk/>
          <pc:sldMk cId="3409693183" sldId="300"/>
        </pc:sldMkLst>
      </pc:sldChg>
      <pc:sldChg chg="addSp delSp modSp add del mod modTransition">
        <pc:chgData name="Likhitha k" userId="9c3a5a375a870a6f" providerId="LiveId" clId="{FC012E74-5459-4133-AE0D-4744DBCFF038}" dt="2025-10-25T07:20:48.252" v="4830" actId="2696"/>
        <pc:sldMkLst>
          <pc:docMk/>
          <pc:sldMk cId="3474904204" sldId="300"/>
        </pc:sldMkLst>
        <pc:spChg chg="add mod">
          <ac:chgData name="Likhitha k" userId="9c3a5a375a870a6f" providerId="LiveId" clId="{FC012E74-5459-4133-AE0D-4744DBCFF038}" dt="2025-10-24T16:52:48.390" v="4492" actId="13926"/>
          <ac:spMkLst>
            <pc:docMk/>
            <pc:sldMk cId="3474904204" sldId="300"/>
            <ac:spMk id="5" creationId="{EBA87CD4-641A-1F2D-A52A-E0517B43F22C}"/>
          </ac:spMkLst>
        </pc:spChg>
        <pc:spChg chg="add mod">
          <ac:chgData name="Likhitha k" userId="9c3a5a375a870a6f" providerId="LiveId" clId="{FC012E74-5459-4133-AE0D-4744DBCFF038}" dt="2025-10-25T07:20:30.276" v="4829" actId="1076"/>
          <ac:spMkLst>
            <pc:docMk/>
            <pc:sldMk cId="3474904204" sldId="300"/>
            <ac:spMk id="7" creationId="{D44F39FD-A7CD-8855-425F-D33C16DAF382}"/>
          </ac:spMkLst>
        </pc:spChg>
        <pc:picChg chg="add del mod">
          <ac:chgData name="Likhitha k" userId="9c3a5a375a870a6f" providerId="LiveId" clId="{FC012E74-5459-4133-AE0D-4744DBCFF038}" dt="2025-10-24T16:50:42.390" v="4431" actId="21"/>
          <ac:picMkLst>
            <pc:docMk/>
            <pc:sldMk cId="3474904204" sldId="300"/>
            <ac:picMk id="4" creationId="{8F5D5D4F-88D2-A7F1-89D5-C8E468699DD3}"/>
          </ac:picMkLst>
        </pc:picChg>
        <pc:picChg chg="add mod">
          <ac:chgData name="Likhitha k" userId="9c3a5a375a870a6f" providerId="LiveId" clId="{FC012E74-5459-4133-AE0D-4744DBCFF038}" dt="2025-10-25T03:35:30.267" v="4686" actId="1076"/>
          <ac:picMkLst>
            <pc:docMk/>
            <pc:sldMk cId="3474904204" sldId="300"/>
            <ac:picMk id="4" creationId="{A6FAA61F-F90D-A70F-3C0E-047AE6D1C98C}"/>
          </ac:picMkLst>
        </pc:picChg>
        <pc:picChg chg="add del mod">
          <ac:chgData name="Likhitha k" userId="9c3a5a375a870a6f" providerId="LiveId" clId="{FC012E74-5459-4133-AE0D-4744DBCFF038}" dt="2025-10-25T03:35:27.002" v="4685" actId="21"/>
          <ac:picMkLst>
            <pc:docMk/>
            <pc:sldMk cId="3474904204" sldId="300"/>
            <ac:picMk id="8" creationId="{3D027D0C-38F4-6F9A-8EF1-7C6B9ED8AE5C}"/>
          </ac:picMkLst>
        </pc:picChg>
      </pc:sldChg>
      <pc:sldChg chg="add del replId">
        <pc:chgData name="Likhitha k" userId="9c3a5a375a870a6f" providerId="LiveId" clId="{FC012E74-5459-4133-AE0D-4744DBCFF038}" dt="2025-10-15T01:28:00.701" v="3723" actId="2696"/>
        <pc:sldMkLst>
          <pc:docMk/>
          <pc:sldMk cId="105109256" sldId="301"/>
        </pc:sldMkLst>
      </pc:sldChg>
      <pc:sldChg chg="addSp delSp modSp add mod modTransition">
        <pc:chgData name="Likhitha k" userId="9c3a5a375a870a6f" providerId="LiveId" clId="{FC012E74-5459-4133-AE0D-4744DBCFF038}" dt="2025-10-25T03:50:04" v="4791"/>
        <pc:sldMkLst>
          <pc:docMk/>
          <pc:sldMk cId="2328629288" sldId="301"/>
        </pc:sldMkLst>
        <pc:spChg chg="add mod">
          <ac:chgData name="Likhitha k" userId="9c3a5a375a870a6f" providerId="LiveId" clId="{FC012E74-5459-4133-AE0D-4744DBCFF038}" dt="2025-10-24T16:52:37.882" v="4489" actId="13926"/>
          <ac:spMkLst>
            <pc:docMk/>
            <pc:sldMk cId="2328629288" sldId="301"/>
            <ac:spMk id="3" creationId="{6CB73A1F-4479-BC1F-EC45-369E578ADB4F}"/>
          </ac:spMkLst>
        </pc:spChg>
        <pc:spChg chg="add mod">
          <ac:chgData name="Likhitha k" userId="9c3a5a375a870a6f" providerId="LiveId" clId="{FC012E74-5459-4133-AE0D-4744DBCFF038}" dt="2025-10-15T01:59:15.700" v="3914" actId="113"/>
          <ac:spMkLst>
            <pc:docMk/>
            <pc:sldMk cId="2328629288" sldId="301"/>
            <ac:spMk id="6" creationId="{3C9E2D5E-5CBB-D2D8-0473-3F5E4CA3E386}"/>
          </ac:spMkLst>
        </pc:spChg>
        <pc:spChg chg="add mod">
          <ac:chgData name="Likhitha k" userId="9c3a5a375a870a6f" providerId="LiveId" clId="{FC012E74-5459-4133-AE0D-4744DBCFF038}" dt="2025-10-25T03:34:58.720" v="4682" actId="12"/>
          <ac:spMkLst>
            <pc:docMk/>
            <pc:sldMk cId="2328629288" sldId="301"/>
            <ac:spMk id="7" creationId="{0B98F3A5-798D-F158-5730-78963BAD9F8D}"/>
          </ac:spMkLst>
        </pc:spChg>
        <pc:picChg chg="add mod">
          <ac:chgData name="Likhitha k" userId="9c3a5a375a870a6f" providerId="LiveId" clId="{FC012E74-5459-4133-AE0D-4744DBCFF038}" dt="2025-10-25T03:33:51.126" v="4670" actId="14100"/>
          <ac:picMkLst>
            <pc:docMk/>
            <pc:sldMk cId="2328629288" sldId="301"/>
            <ac:picMk id="5" creationId="{1BDD02F0-C9FB-D620-8223-16876EB0478C}"/>
          </ac:picMkLst>
        </pc:picChg>
        <pc:picChg chg="add del mod">
          <ac:chgData name="Likhitha k" userId="9c3a5a375a870a6f" providerId="LiveId" clId="{FC012E74-5459-4133-AE0D-4744DBCFF038}" dt="2025-10-24T16:49:27.075" v="4420" actId="21"/>
          <ac:picMkLst>
            <pc:docMk/>
            <pc:sldMk cId="2328629288" sldId="301"/>
            <ac:picMk id="5" creationId="{8CFD5484-7E48-DFDD-08D4-A469E92D0EC0}"/>
          </ac:picMkLst>
        </pc:picChg>
        <pc:picChg chg="add del mod">
          <ac:chgData name="Likhitha k" userId="9c3a5a375a870a6f" providerId="LiveId" clId="{FC012E74-5459-4133-AE0D-4744DBCFF038}" dt="2025-10-25T03:33:44.388" v="4668" actId="21"/>
          <ac:picMkLst>
            <pc:docMk/>
            <pc:sldMk cId="2328629288" sldId="301"/>
            <ac:picMk id="8" creationId="{DB0340BB-A569-C341-2FF7-997BC090DDD5}"/>
          </ac:picMkLst>
        </pc:picChg>
      </pc:sldChg>
      <pc:sldChg chg="addSp delSp modSp add mod modTransition">
        <pc:chgData name="Likhitha k" userId="9c3a5a375a870a6f" providerId="LiveId" clId="{FC012E74-5459-4133-AE0D-4744DBCFF038}" dt="2025-10-25T03:50:04" v="4791"/>
        <pc:sldMkLst>
          <pc:docMk/>
          <pc:sldMk cId="225061664" sldId="302"/>
        </pc:sldMkLst>
        <pc:spChg chg="add mod">
          <ac:chgData name="Likhitha k" userId="9c3a5a375a870a6f" providerId="LiveId" clId="{FC012E74-5459-4133-AE0D-4744DBCFF038}" dt="2025-10-24T16:52:29.143" v="4487" actId="13926"/>
          <ac:spMkLst>
            <pc:docMk/>
            <pc:sldMk cId="225061664" sldId="302"/>
            <ac:spMk id="3" creationId="{D9B17B75-426B-CAF7-E87C-891799164077}"/>
          </ac:spMkLst>
        </pc:spChg>
        <pc:spChg chg="add mod">
          <ac:chgData name="Likhitha k" userId="9c3a5a375a870a6f" providerId="LiveId" clId="{FC012E74-5459-4133-AE0D-4744DBCFF038}" dt="2025-10-15T01:55:24.031" v="3891" actId="1076"/>
          <ac:spMkLst>
            <pc:docMk/>
            <pc:sldMk cId="225061664" sldId="302"/>
            <ac:spMk id="6" creationId="{A284BCF3-30E7-8D89-4EB0-1A4F96631E65}"/>
          </ac:spMkLst>
        </pc:spChg>
        <pc:spChg chg="add mod">
          <ac:chgData name="Likhitha k" userId="9c3a5a375a870a6f" providerId="LiveId" clId="{FC012E74-5459-4133-AE0D-4744DBCFF038}" dt="2025-10-25T03:31:58.957" v="4640" actId="12"/>
          <ac:spMkLst>
            <pc:docMk/>
            <pc:sldMk cId="225061664" sldId="302"/>
            <ac:spMk id="7" creationId="{419048D9-A0CC-42AE-32CF-3A505A7CD76B}"/>
          </ac:spMkLst>
        </pc:spChg>
        <pc:picChg chg="add del mod">
          <ac:chgData name="Likhitha k" userId="9c3a5a375a870a6f" providerId="LiveId" clId="{FC012E74-5459-4133-AE0D-4744DBCFF038}" dt="2025-10-24T16:48:04.279" v="4412" actId="21"/>
          <ac:picMkLst>
            <pc:docMk/>
            <pc:sldMk cId="225061664" sldId="302"/>
            <ac:picMk id="5" creationId="{175E110B-62C0-5C76-1F51-5ADE0F3EB16A}"/>
          </ac:picMkLst>
        </pc:picChg>
        <pc:picChg chg="add mod">
          <ac:chgData name="Likhitha k" userId="9c3a5a375a870a6f" providerId="LiveId" clId="{FC012E74-5459-4133-AE0D-4744DBCFF038}" dt="2025-10-25T03:31:28.611" v="4628" actId="14100"/>
          <ac:picMkLst>
            <pc:docMk/>
            <pc:sldMk cId="225061664" sldId="302"/>
            <ac:picMk id="5" creationId="{4905331D-86D2-C249-7BF1-1F7738C349C2}"/>
          </ac:picMkLst>
        </pc:picChg>
        <pc:picChg chg="add del mod">
          <ac:chgData name="Likhitha k" userId="9c3a5a375a870a6f" providerId="LiveId" clId="{FC012E74-5459-4133-AE0D-4744DBCFF038}" dt="2025-10-25T03:31:09.145" v="4625" actId="21"/>
          <ac:picMkLst>
            <pc:docMk/>
            <pc:sldMk cId="225061664" sldId="302"/>
            <ac:picMk id="8" creationId="{021263E0-D984-F556-FA25-02CF6DB8DCE1}"/>
          </ac:picMkLst>
        </pc:picChg>
      </pc:sldChg>
      <pc:sldChg chg="add del replId">
        <pc:chgData name="Likhitha k" userId="9c3a5a375a870a6f" providerId="LiveId" clId="{FC012E74-5459-4133-AE0D-4744DBCFF038}" dt="2025-10-15T01:27:58.144" v="3722" actId="2696"/>
        <pc:sldMkLst>
          <pc:docMk/>
          <pc:sldMk cId="2029262013" sldId="302"/>
        </pc:sldMkLst>
      </pc:sldChg>
      <pc:sldChg chg="addSp delSp modSp add del mod">
        <pc:chgData name="Likhitha k" userId="9c3a5a375a870a6f" providerId="LiveId" clId="{FC012E74-5459-4133-AE0D-4744DBCFF038}" dt="2025-10-24T17:15:28.247" v="4581" actId="2696"/>
        <pc:sldMkLst>
          <pc:docMk/>
          <pc:sldMk cId="111797023" sldId="303"/>
        </pc:sldMkLst>
        <pc:spChg chg="del mod">
          <ac:chgData name="Likhitha k" userId="9c3a5a375a870a6f" providerId="LiveId" clId="{FC012E74-5459-4133-AE0D-4744DBCFF038}" dt="2025-10-24T16:56:40.771" v="4526"/>
          <ac:spMkLst>
            <pc:docMk/>
            <pc:sldMk cId="111797023" sldId="303"/>
            <ac:spMk id="11" creationId="{370AE848-BBB1-166B-2197-90F81364A31A}"/>
          </ac:spMkLst>
        </pc:spChg>
      </pc:sldChg>
      <pc:sldChg chg="add del replId">
        <pc:chgData name="Likhitha k" userId="9c3a5a375a870a6f" providerId="LiveId" clId="{FC012E74-5459-4133-AE0D-4744DBCFF038}" dt="2025-10-15T01:27:55.339" v="3721" actId="2696"/>
        <pc:sldMkLst>
          <pc:docMk/>
          <pc:sldMk cId="1911117132" sldId="303"/>
        </pc:sldMkLst>
      </pc:sldChg>
      <pc:sldChg chg="add del">
        <pc:chgData name="Likhitha k" userId="9c3a5a375a870a6f" providerId="LiveId" clId="{FC012E74-5459-4133-AE0D-4744DBCFF038}" dt="2025-10-15T01:27:33.211" v="3716" actId="2696"/>
        <pc:sldMkLst>
          <pc:docMk/>
          <pc:sldMk cId="785481596" sldId="304"/>
        </pc:sldMkLst>
      </pc:sldChg>
      <pc:sldChg chg="add del">
        <pc:chgData name="Likhitha k" userId="9c3a5a375a870a6f" providerId="LiveId" clId="{FC012E74-5459-4133-AE0D-4744DBCFF038}" dt="2025-10-24T17:00:48.696" v="4578" actId="2696"/>
        <pc:sldMkLst>
          <pc:docMk/>
          <pc:sldMk cId="2210034841" sldId="304"/>
        </pc:sldMkLst>
      </pc:sldChg>
      <pc:sldChg chg="add del">
        <pc:chgData name="Likhitha k" userId="9c3a5a375a870a6f" providerId="LiveId" clId="{FC012E74-5459-4133-AE0D-4744DBCFF038}" dt="2025-10-24T17:00:51.154" v="4579" actId="2696"/>
        <pc:sldMkLst>
          <pc:docMk/>
          <pc:sldMk cId="2169935468" sldId="305"/>
        </pc:sldMkLst>
      </pc:sldChg>
      <pc:sldChg chg="add del">
        <pc:chgData name="Likhitha k" userId="9c3a5a375a870a6f" providerId="LiveId" clId="{FC012E74-5459-4133-AE0D-4744DBCFF038}" dt="2025-10-24T17:00:55.012" v="4580" actId="2696"/>
        <pc:sldMkLst>
          <pc:docMk/>
          <pc:sldMk cId="60001053" sldId="306"/>
        </pc:sldMkLst>
      </pc:sldChg>
      <pc:sldChg chg="add del">
        <pc:chgData name="Likhitha k" userId="9c3a5a375a870a6f" providerId="LiveId" clId="{FC012E74-5459-4133-AE0D-4744DBCFF038}" dt="2025-10-24T17:00:44.615" v="4577" actId="2696"/>
        <pc:sldMkLst>
          <pc:docMk/>
          <pc:sldMk cId="2311366255" sldId="307"/>
        </pc:sldMkLst>
      </pc:sldChg>
      <pc:sldChg chg="addSp delSp modSp add mod ord modTransition">
        <pc:chgData name="Likhitha k" userId="9c3a5a375a870a6f" providerId="LiveId" clId="{FC012E74-5459-4133-AE0D-4744DBCFF038}" dt="2025-10-25T03:50:04" v="4791"/>
        <pc:sldMkLst>
          <pc:docMk/>
          <pc:sldMk cId="2808982519" sldId="308"/>
        </pc:sldMkLst>
        <pc:spChg chg="add mod">
          <ac:chgData name="Likhitha k" userId="9c3a5a375a870a6f" providerId="LiveId" clId="{FC012E74-5459-4133-AE0D-4744DBCFF038}" dt="2025-10-24T16:59:24.280" v="4545" actId="1076"/>
          <ac:spMkLst>
            <pc:docMk/>
            <pc:sldMk cId="2808982519" sldId="308"/>
            <ac:spMk id="3" creationId="{B2404E2A-A3D9-DC04-9888-9872AFB0F9E2}"/>
          </ac:spMkLst>
        </pc:spChg>
        <pc:spChg chg="add mod">
          <ac:chgData name="Likhitha k" userId="9c3a5a375a870a6f" providerId="LiveId" clId="{FC012E74-5459-4133-AE0D-4744DBCFF038}" dt="2025-10-25T03:33:20.620" v="4665" actId="12"/>
          <ac:spMkLst>
            <pc:docMk/>
            <pc:sldMk cId="2808982519" sldId="308"/>
            <ac:spMk id="6" creationId="{F4D92AD2-CB06-D792-4F7C-BD00A3B23F79}"/>
          </ac:spMkLst>
        </pc:spChg>
        <pc:spChg chg="add mod">
          <ac:chgData name="Likhitha k" userId="9c3a5a375a870a6f" providerId="LiveId" clId="{FC012E74-5459-4133-AE0D-4744DBCFF038}" dt="2025-10-24T16:59:14.808" v="4544" actId="767"/>
          <ac:spMkLst>
            <pc:docMk/>
            <pc:sldMk cId="2808982519" sldId="308"/>
            <ac:spMk id="7" creationId="{DFBF40FD-6F02-1E10-B325-0C335B822BEA}"/>
          </ac:spMkLst>
        </pc:spChg>
        <pc:spChg chg="add mod">
          <ac:chgData name="Likhitha k" userId="9c3a5a375a870a6f" providerId="LiveId" clId="{FC012E74-5459-4133-AE0D-4744DBCFF038}" dt="2025-10-24T16:59:50.334" v="4573" actId="255"/>
          <ac:spMkLst>
            <pc:docMk/>
            <pc:sldMk cId="2808982519" sldId="308"/>
            <ac:spMk id="8" creationId="{134B05F1-B95E-4589-3A3B-5E54BB2CC8E7}"/>
          </ac:spMkLst>
        </pc:spChg>
        <pc:picChg chg="add del mod">
          <ac:chgData name="Likhitha k" userId="9c3a5a375a870a6f" providerId="LiveId" clId="{FC012E74-5459-4133-AE0D-4744DBCFF038}" dt="2025-10-25T03:32:07.147" v="4641" actId="21"/>
          <ac:picMkLst>
            <pc:docMk/>
            <pc:sldMk cId="2808982519" sldId="308"/>
            <ac:picMk id="5" creationId="{1D1FCFFC-FB75-654B-6032-FBEE6998A91A}"/>
          </ac:picMkLst>
        </pc:picChg>
        <pc:picChg chg="add mod">
          <ac:chgData name="Likhitha k" userId="9c3a5a375a870a6f" providerId="LiveId" clId="{FC012E74-5459-4133-AE0D-4744DBCFF038}" dt="2025-10-25T03:32:34.618" v="4645" actId="14100"/>
          <ac:picMkLst>
            <pc:docMk/>
            <pc:sldMk cId="2808982519" sldId="308"/>
            <ac:picMk id="7" creationId="{0D816E5B-38FD-C4E5-7595-11EB038739CD}"/>
          </ac:picMkLst>
        </pc:picChg>
      </pc:sldChg>
      <pc:sldChg chg="addSp modSp add mod modTransition">
        <pc:chgData name="Likhitha k" userId="9c3a5a375a870a6f" providerId="LiveId" clId="{FC012E74-5459-4133-AE0D-4744DBCFF038}" dt="2025-10-25T03:50:04" v="4791"/>
        <pc:sldMkLst>
          <pc:docMk/>
          <pc:sldMk cId="1192952557" sldId="309"/>
        </pc:sldMkLst>
        <pc:spChg chg="add mod">
          <ac:chgData name="Likhitha k" userId="9c3a5a375a870a6f" providerId="LiveId" clId="{FC012E74-5459-4133-AE0D-4744DBCFF038}" dt="2025-10-24T17:26:05.114" v="4597" actId="255"/>
          <ac:spMkLst>
            <pc:docMk/>
            <pc:sldMk cId="1192952557" sldId="309"/>
            <ac:spMk id="3" creationId="{14DF4DD6-7C15-3A24-A403-79292105C9F1}"/>
          </ac:spMkLst>
        </pc:spChg>
      </pc:sldChg>
      <pc:sldChg chg="modSp add mod modTransition">
        <pc:chgData name="Likhitha k" userId="9c3a5a375a870a6f" providerId="LiveId" clId="{FC012E74-5459-4133-AE0D-4744DBCFF038}" dt="2025-10-25T03:50:04" v="4791"/>
        <pc:sldMkLst>
          <pc:docMk/>
          <pc:sldMk cId="1008321250" sldId="310"/>
        </pc:sldMkLst>
        <pc:spChg chg="mod">
          <ac:chgData name="Likhitha k" userId="9c3a5a375a870a6f" providerId="LiveId" clId="{FC012E74-5459-4133-AE0D-4744DBCFF038}" dt="2025-10-25T03:48:16.602" v="4781" actId="5793"/>
          <ac:spMkLst>
            <pc:docMk/>
            <pc:sldMk cId="1008321250" sldId="310"/>
            <ac:spMk id="4" creationId="{08505D56-70E6-5B92-20AE-93443FABCC55}"/>
          </ac:spMkLst>
        </pc:spChg>
      </pc:sldChg>
      <pc:sldChg chg="new del">
        <pc:chgData name="Likhitha k" userId="9c3a5a375a870a6f" providerId="LiveId" clId="{FC012E74-5459-4133-AE0D-4744DBCFF038}" dt="2025-10-25T03:50:08.992" v="4793" actId="680"/>
        <pc:sldMkLst>
          <pc:docMk/>
          <pc:sldMk cId="225336100" sldId="3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387BB-E887-4D48-AEB5-890784C622C0}" type="datetimeFigureOut">
              <a:rPr lang="en-IN" smtClean="0"/>
              <a:t>25-10-2025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63B9F7-0DF9-488C-82FA-82653776A768}" type="slidenum">
              <a:rPr lang="en-IN" smtClean="0"/>
              <a:t>‹#›</a:t>
            </a:fld>
            <a:endParaRPr lang="en-IN"/>
          </a:p>
        </p:txBody>
      </p:sp>
    </p:spTree>
    <p:extLst>
      <p:ext uri="{BB962C8B-B14F-4D97-AF65-F5344CB8AC3E}">
        <p14:creationId xmlns:p14="http://schemas.microsoft.com/office/powerpoint/2010/main" val="587936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63B9F7-0DF9-488C-82FA-82653776A768}" type="slidenum">
              <a:rPr lang="en-IN" smtClean="0"/>
              <a:t>14</a:t>
            </a:fld>
            <a:endParaRPr lang="en-IN"/>
          </a:p>
        </p:txBody>
      </p:sp>
    </p:spTree>
    <p:extLst>
      <p:ext uri="{BB962C8B-B14F-4D97-AF65-F5344CB8AC3E}">
        <p14:creationId xmlns:p14="http://schemas.microsoft.com/office/powerpoint/2010/main" val="4222420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63B9F7-0DF9-488C-82FA-82653776A768}" type="slidenum">
              <a:rPr lang="en-IN" smtClean="0"/>
              <a:t>18</a:t>
            </a:fld>
            <a:endParaRPr lang="en-IN"/>
          </a:p>
        </p:txBody>
      </p:sp>
    </p:spTree>
    <p:extLst>
      <p:ext uri="{BB962C8B-B14F-4D97-AF65-F5344CB8AC3E}">
        <p14:creationId xmlns:p14="http://schemas.microsoft.com/office/powerpoint/2010/main" val="1985010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63B9F7-0DF9-488C-82FA-82653776A768}" type="slidenum">
              <a:rPr lang="en-IN" smtClean="0"/>
              <a:t>21</a:t>
            </a:fld>
            <a:endParaRPr lang="en-IN"/>
          </a:p>
        </p:txBody>
      </p:sp>
    </p:spTree>
    <p:extLst>
      <p:ext uri="{BB962C8B-B14F-4D97-AF65-F5344CB8AC3E}">
        <p14:creationId xmlns:p14="http://schemas.microsoft.com/office/powerpoint/2010/main" val="2491068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8CC80-48D7-2F14-27AA-9CE1BB2924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33F36C-8DD8-2C9F-36FA-C35FD910A9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4AEB99E-56B3-339B-3BC7-A60820CD1BF7}"/>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5" name="Footer Placeholder 4">
            <a:extLst>
              <a:ext uri="{FF2B5EF4-FFF2-40B4-BE49-F238E27FC236}">
                <a16:creationId xmlns:a16="http://schemas.microsoft.com/office/drawing/2014/main" id="{1EC074BC-9D74-1FB0-C1EC-8E01F8BF34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A82ED5-9ACC-9608-C7B7-518A6956A347}"/>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274257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8A929-9313-92EC-54C5-68152F2217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31678E-4346-CCF5-3C03-2F44AB8DA9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36E325-018A-3E72-AC2F-207ACEAF5D0C}"/>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5" name="Footer Placeholder 4">
            <a:extLst>
              <a:ext uri="{FF2B5EF4-FFF2-40B4-BE49-F238E27FC236}">
                <a16:creationId xmlns:a16="http://schemas.microsoft.com/office/drawing/2014/main" id="{C6A1C21C-2D29-0740-B270-D32AEF454A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D4B29A-22F2-CDE0-74E3-1DF8D471731A}"/>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2339755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88E-90F5-8764-7D55-03D1EA334B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68B81C-6242-180B-F429-BD9E1F2B41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DC6884-D24D-D5F8-F560-73D19BBE5E57}"/>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5" name="Footer Placeholder 4">
            <a:extLst>
              <a:ext uri="{FF2B5EF4-FFF2-40B4-BE49-F238E27FC236}">
                <a16:creationId xmlns:a16="http://schemas.microsoft.com/office/drawing/2014/main" id="{C257C1AD-AF4D-5A76-F934-69F299DDE7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F727DA-666C-075A-85DA-8F050DBF6812}"/>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3020407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3C74-0ABC-B935-CB06-B8CC756745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7A8E78-E3CE-63B7-E1EE-BCD1531A2F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38E919-A007-38C6-D4AA-E27FE280FE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F9E218-6923-C9FB-CD7C-F8205E9BF342}"/>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6" name="Footer Placeholder 5">
            <a:extLst>
              <a:ext uri="{FF2B5EF4-FFF2-40B4-BE49-F238E27FC236}">
                <a16:creationId xmlns:a16="http://schemas.microsoft.com/office/drawing/2014/main" id="{7A004295-AE1F-06D1-A5BF-9545760F22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501107-36D9-C316-9FA7-B79E4EC023FC}"/>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1773981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1B105-EC23-8E4E-704D-458CF9947F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A46296-F723-825B-545C-8F87231680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9670FF-4E4D-8B5B-9E31-B4C13F17B7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B8E21F-5540-6693-651E-F747927AC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47F2F4-40E6-3E50-E609-63CE69ACC3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121086-E51D-04B1-8A52-F058E5C90987}"/>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8" name="Footer Placeholder 7">
            <a:extLst>
              <a:ext uri="{FF2B5EF4-FFF2-40B4-BE49-F238E27FC236}">
                <a16:creationId xmlns:a16="http://schemas.microsoft.com/office/drawing/2014/main" id="{B20E797D-5D91-6D71-0BBD-F89BA6FC092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578BBB-D779-BA9B-663B-C7EBDA7DC2D8}"/>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3500439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42C97-385F-1EAD-94D3-18D211A55F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3CA37C-F409-3C0C-8248-6171D96CE6F0}"/>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4" name="Footer Placeholder 3">
            <a:extLst>
              <a:ext uri="{FF2B5EF4-FFF2-40B4-BE49-F238E27FC236}">
                <a16:creationId xmlns:a16="http://schemas.microsoft.com/office/drawing/2014/main" id="{5295A4CF-EF73-FD10-42F1-29BAFE43C3A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A04AB61-36CA-DC47-2355-AF60E24AD300}"/>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186005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B4A20F-7717-C199-D500-72EB14E19C5F}"/>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3" name="Footer Placeholder 2">
            <a:extLst>
              <a:ext uri="{FF2B5EF4-FFF2-40B4-BE49-F238E27FC236}">
                <a16:creationId xmlns:a16="http://schemas.microsoft.com/office/drawing/2014/main" id="{05B83E8A-68F5-9BA3-12D9-7EC56616248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D07038-5D73-8201-4B72-933ED9786442}"/>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848038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B4F4B-2A23-1A31-A85B-0DCD282B9F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084B62-C237-A3E8-EDF0-AB0586E3E0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9A53A1-8CAB-40C4-9E4B-0B1EF5D24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6C89EC-BAB9-E7CF-1EB2-EE9B3F04DC05}"/>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6" name="Footer Placeholder 5">
            <a:extLst>
              <a:ext uri="{FF2B5EF4-FFF2-40B4-BE49-F238E27FC236}">
                <a16:creationId xmlns:a16="http://schemas.microsoft.com/office/drawing/2014/main" id="{92328397-9C77-35D5-4363-1989F5D04A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4A0C7F-0DD3-DB9E-D1BC-BDF55371283A}"/>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2672927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9281-F9BD-8893-832B-80413798E5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D07B02-8398-89F8-0A64-125BE6D2F8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4E09CA2-B8FA-424C-F140-4696A2BC8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4E9C94-423E-D6A3-352E-A020E043A932}"/>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6" name="Footer Placeholder 5">
            <a:extLst>
              <a:ext uri="{FF2B5EF4-FFF2-40B4-BE49-F238E27FC236}">
                <a16:creationId xmlns:a16="http://schemas.microsoft.com/office/drawing/2014/main" id="{F15E9652-2D07-C02D-FD64-E60D269005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2E086C-24AF-33B1-E573-5AE0989A6099}"/>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4082504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A7E6B-6D86-B51C-17DB-166074CFC1D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490CDD-ABC7-7019-4FE4-72F27A7ABD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B2515F-8FDF-EB49-F07D-D4B7E983243D}"/>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5" name="Footer Placeholder 4">
            <a:extLst>
              <a:ext uri="{FF2B5EF4-FFF2-40B4-BE49-F238E27FC236}">
                <a16:creationId xmlns:a16="http://schemas.microsoft.com/office/drawing/2014/main" id="{DA0A3DAC-7C73-7690-E87B-A6754502E0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303FE6-5BD6-4990-D910-B806CD95BBD7}"/>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99310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FB379E-40BE-4E27-29C1-5DCDDBBBA1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41E75F-F452-3A26-82E4-E8F4C17E3E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EADE66-3548-8E32-3280-1163F2B50765}"/>
              </a:ext>
            </a:extLst>
          </p:cNvPr>
          <p:cNvSpPr>
            <a:spLocks noGrp="1"/>
          </p:cNvSpPr>
          <p:nvPr>
            <p:ph type="dt" sz="half" idx="10"/>
          </p:nvPr>
        </p:nvSpPr>
        <p:spPr/>
        <p:txBody>
          <a:bodyPr/>
          <a:lstStyle/>
          <a:p>
            <a:fld id="{EA6C3B98-2407-4000-B038-2C32774B0FE7}" type="datetimeFigureOut">
              <a:rPr lang="en-IN" smtClean="0"/>
              <a:t>25-10-2025</a:t>
            </a:fld>
            <a:endParaRPr lang="en-IN"/>
          </a:p>
        </p:txBody>
      </p:sp>
      <p:sp>
        <p:nvSpPr>
          <p:cNvPr id="5" name="Footer Placeholder 4">
            <a:extLst>
              <a:ext uri="{FF2B5EF4-FFF2-40B4-BE49-F238E27FC236}">
                <a16:creationId xmlns:a16="http://schemas.microsoft.com/office/drawing/2014/main" id="{0CCD4058-B584-0619-62D3-731E828BB3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270471-098D-A80F-15A9-6307F8BB96AE}"/>
              </a:ext>
            </a:extLst>
          </p:cNvPr>
          <p:cNvSpPr>
            <a:spLocks noGrp="1"/>
          </p:cNvSpPr>
          <p:nvPr>
            <p:ph type="sldNum" sz="quarter" idx="12"/>
          </p:nvPr>
        </p:nvSpPr>
        <p:spPr/>
        <p:txBody>
          <a:bodyPr/>
          <a:lstStyle/>
          <a:p>
            <a:fld id="{43E0D514-78C6-421F-A293-20D18012D9E9}" type="slidenum">
              <a:rPr lang="en-IN" smtClean="0"/>
              <a:t>‹#›</a:t>
            </a:fld>
            <a:endParaRPr lang="en-IN"/>
          </a:p>
        </p:txBody>
      </p:sp>
    </p:spTree>
    <p:extLst>
      <p:ext uri="{BB962C8B-B14F-4D97-AF65-F5344CB8AC3E}">
        <p14:creationId xmlns:p14="http://schemas.microsoft.com/office/powerpoint/2010/main" val="2404571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F4E03D-FB5F-E64A-A90D-C0F9D36CE8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ECBADD-0992-6DA7-85FD-C456C427DA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F560C6-5E31-A96D-C691-32CAD39A02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6C3B98-2407-4000-B038-2C32774B0FE7}" type="datetimeFigureOut">
              <a:rPr lang="en-IN" smtClean="0"/>
              <a:t>25-10-2025</a:t>
            </a:fld>
            <a:endParaRPr lang="en-IN"/>
          </a:p>
        </p:txBody>
      </p:sp>
      <p:sp>
        <p:nvSpPr>
          <p:cNvPr id="5" name="Footer Placeholder 4">
            <a:extLst>
              <a:ext uri="{FF2B5EF4-FFF2-40B4-BE49-F238E27FC236}">
                <a16:creationId xmlns:a16="http://schemas.microsoft.com/office/drawing/2014/main" id="{7403FECF-1DF4-FA66-62B6-B74781BA15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2AA7AA0-E999-B80B-54BE-C7BCDC7AD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E0D514-78C6-421F-A293-20D18012D9E9}" type="slidenum">
              <a:rPr lang="en-IN" smtClean="0"/>
              <a:t>‹#›</a:t>
            </a:fld>
            <a:endParaRPr lang="en-IN"/>
          </a:p>
        </p:txBody>
      </p:sp>
    </p:spTree>
    <p:extLst>
      <p:ext uri="{BB962C8B-B14F-4D97-AF65-F5344CB8AC3E}">
        <p14:creationId xmlns:p14="http://schemas.microsoft.com/office/powerpoint/2010/main" val="1771011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2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98;p1">
            <a:extLst>
              <a:ext uri="{FF2B5EF4-FFF2-40B4-BE49-F238E27FC236}">
                <a16:creationId xmlns:a16="http://schemas.microsoft.com/office/drawing/2014/main" id="{F2379DE7-0AF8-EA0B-A6C2-C0FDCC41DE7D}"/>
              </a:ext>
            </a:extLst>
          </p:cNvPr>
          <p:cNvPicPr preferRelativeResize="0"/>
          <p:nvPr/>
        </p:nvPicPr>
        <p:blipFill rotWithShape="1">
          <a:blip r:embed="rId2">
            <a:alphaModFix/>
          </a:blip>
          <a:srcRect/>
          <a:stretch/>
        </p:blipFill>
        <p:spPr>
          <a:xfrm>
            <a:off x="1185" y="0"/>
            <a:ext cx="12190815" cy="6858000"/>
          </a:xfrm>
          <a:prstGeom prst="rect">
            <a:avLst/>
          </a:prstGeom>
          <a:noFill/>
          <a:ln>
            <a:noFill/>
          </a:ln>
        </p:spPr>
      </p:pic>
      <p:sp>
        <p:nvSpPr>
          <p:cNvPr id="6" name="TextBox 5">
            <a:extLst>
              <a:ext uri="{FF2B5EF4-FFF2-40B4-BE49-F238E27FC236}">
                <a16:creationId xmlns:a16="http://schemas.microsoft.com/office/drawing/2014/main" id="{7498CE62-0CA4-1827-98EC-9129DB3EBC2B}"/>
              </a:ext>
            </a:extLst>
          </p:cNvPr>
          <p:cNvSpPr txBox="1"/>
          <p:nvPr/>
        </p:nvSpPr>
        <p:spPr>
          <a:xfrm>
            <a:off x="2065016" y="3910905"/>
            <a:ext cx="9459874" cy="584775"/>
          </a:xfrm>
          <a:prstGeom prst="rect">
            <a:avLst/>
          </a:prstGeom>
          <a:noFill/>
        </p:spPr>
        <p:txBody>
          <a:bodyPr wrap="square" rtlCol="0">
            <a:spAutoFit/>
          </a:bodyPr>
          <a:lstStyle/>
          <a:p>
            <a:r>
              <a:rPr lang="en-US" sz="3200" b="1" dirty="0"/>
              <a:t>Threads of Insight: Flipkart Fashion Analytics</a:t>
            </a:r>
            <a:endParaRPr lang="en-IN" sz="3200" b="1" dirty="0"/>
          </a:p>
        </p:txBody>
      </p:sp>
      <p:pic>
        <p:nvPicPr>
          <p:cNvPr id="1026" name="Picture 2" descr="Flipkart Logo Icon - PNG Logo Vector ...">
            <a:extLst>
              <a:ext uri="{FF2B5EF4-FFF2-40B4-BE49-F238E27FC236}">
                <a16:creationId xmlns:a16="http://schemas.microsoft.com/office/drawing/2014/main" id="{F4BA2D06-9D44-84F5-FE94-C2F75AA2E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3877" y="0"/>
            <a:ext cx="1302027" cy="125233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129FBD9-2C24-ACDD-F4C0-B9981FEB1572}"/>
              </a:ext>
            </a:extLst>
          </p:cNvPr>
          <p:cNvSpPr txBox="1"/>
          <p:nvPr/>
        </p:nvSpPr>
        <p:spPr>
          <a:xfrm>
            <a:off x="5850082" y="5444837"/>
            <a:ext cx="5174673" cy="1015663"/>
          </a:xfrm>
          <a:prstGeom prst="rect">
            <a:avLst/>
          </a:prstGeom>
          <a:noFill/>
        </p:spPr>
        <p:txBody>
          <a:bodyPr wrap="square" rtlCol="0">
            <a:spAutoFit/>
          </a:bodyPr>
          <a:lstStyle/>
          <a:p>
            <a:r>
              <a:rPr lang="en-US" sz="2000" b="1" dirty="0"/>
              <a:t>KANDACHARAM LIKHITHA</a:t>
            </a:r>
          </a:p>
          <a:p>
            <a:r>
              <a:rPr lang="en-US" sz="2000" b="1" dirty="0"/>
              <a:t>BATCH NO:403</a:t>
            </a:r>
          </a:p>
          <a:p>
            <a:r>
              <a:rPr lang="en-US" sz="2000" b="1" dirty="0"/>
              <a:t>Innomatics </a:t>
            </a:r>
            <a:r>
              <a:rPr lang="en-US" sz="2000" b="1"/>
              <a:t>Research Labs Dilshuknagar</a:t>
            </a:r>
            <a:endParaRPr lang="en-IN" sz="2000" b="1" dirty="0"/>
          </a:p>
        </p:txBody>
      </p:sp>
    </p:spTree>
    <p:extLst>
      <p:ext uri="{BB962C8B-B14F-4D97-AF65-F5344CB8AC3E}">
        <p14:creationId xmlns:p14="http://schemas.microsoft.com/office/powerpoint/2010/main" val="3162456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C38D2-3C84-8D0E-30AC-0C81A2F348F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5682EC-906C-BDF3-52D0-BC1F71621473}"/>
              </a:ext>
            </a:extLst>
          </p:cNvPr>
          <p:cNvPicPr>
            <a:picLocks noChangeAspect="1"/>
          </p:cNvPicPr>
          <p:nvPr/>
        </p:nvPicPr>
        <p:blipFill>
          <a:blip r:embed="rId2"/>
          <a:stretch>
            <a:fillRect/>
          </a:stretch>
        </p:blipFill>
        <p:spPr>
          <a:xfrm>
            <a:off x="0" y="0"/>
            <a:ext cx="2857899" cy="485843"/>
          </a:xfrm>
          <a:prstGeom prst="rect">
            <a:avLst/>
          </a:prstGeom>
        </p:spPr>
      </p:pic>
      <p:pic>
        <p:nvPicPr>
          <p:cNvPr id="2056" name="Picture 8" descr="740+ Thousand Dress Shop Royalty-Free Images, Stock Photos &amp; Pictures |  Shutterstock">
            <a:extLst>
              <a:ext uri="{FF2B5EF4-FFF2-40B4-BE49-F238E27FC236}">
                <a16:creationId xmlns:a16="http://schemas.microsoft.com/office/drawing/2014/main" id="{F4E4BCF3-6CDB-32E0-767F-831EF7506B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9536" y="0"/>
            <a:ext cx="2951922" cy="672323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728C266-7C8C-AC44-0369-504E67F42E6B}"/>
              </a:ext>
            </a:extLst>
          </p:cNvPr>
          <p:cNvSpPr txBox="1"/>
          <p:nvPr/>
        </p:nvSpPr>
        <p:spPr>
          <a:xfrm>
            <a:off x="1510748" y="884583"/>
            <a:ext cx="1789044" cy="800219"/>
          </a:xfrm>
          <a:prstGeom prst="rect">
            <a:avLst/>
          </a:prstGeom>
          <a:noFill/>
        </p:spPr>
        <p:txBody>
          <a:bodyPr wrap="square" rtlCol="0">
            <a:spAutoFit/>
          </a:bodyPr>
          <a:lstStyle/>
          <a:p>
            <a:r>
              <a:rPr lang="en-IN" sz="2800" b="1" dirty="0"/>
              <a:t>Contents</a:t>
            </a:r>
          </a:p>
          <a:p>
            <a:endParaRPr lang="en-IN" dirty="0">
              <a:solidFill>
                <a:srgbClr val="0070C0"/>
              </a:solidFill>
            </a:endParaRPr>
          </a:p>
        </p:txBody>
      </p:sp>
      <p:sp>
        <p:nvSpPr>
          <p:cNvPr id="15" name="TextBox 14">
            <a:extLst>
              <a:ext uri="{FF2B5EF4-FFF2-40B4-BE49-F238E27FC236}">
                <a16:creationId xmlns:a16="http://schemas.microsoft.com/office/drawing/2014/main" id="{3A0454D3-45BC-11B5-AC71-53D11C297D79}"/>
              </a:ext>
            </a:extLst>
          </p:cNvPr>
          <p:cNvSpPr txBox="1"/>
          <p:nvPr/>
        </p:nvSpPr>
        <p:spPr>
          <a:xfrm>
            <a:off x="1428949" y="1808922"/>
            <a:ext cx="5734878" cy="4062651"/>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Introduction</a:t>
            </a:r>
          </a:p>
          <a:p>
            <a:pPr marL="342900" indent="-342900">
              <a:buFont typeface="Wingdings" panose="05000000000000000000" pitchFamily="2" charset="2"/>
              <a:buChar char="q"/>
            </a:pPr>
            <a:r>
              <a:rPr lang="en-US" sz="2400" dirty="0"/>
              <a:t> Problem Statement</a:t>
            </a:r>
          </a:p>
          <a:p>
            <a:pPr marL="342900" indent="-342900">
              <a:buFont typeface="Wingdings" panose="05000000000000000000" pitchFamily="2" charset="2"/>
              <a:buChar char="q"/>
            </a:pPr>
            <a:r>
              <a:rPr lang="en-US" sz="2400" dirty="0"/>
              <a:t> Data Collection</a:t>
            </a:r>
          </a:p>
          <a:p>
            <a:pPr marL="342900" indent="-342900">
              <a:buFont typeface="Wingdings" panose="05000000000000000000" pitchFamily="2" charset="2"/>
              <a:buChar char="q"/>
            </a:pPr>
            <a:r>
              <a:rPr lang="en-US" sz="2400" dirty="0"/>
              <a:t>Collected Data</a:t>
            </a:r>
          </a:p>
          <a:p>
            <a:pPr marL="342900" indent="-342900">
              <a:buFont typeface="Wingdings" panose="05000000000000000000" pitchFamily="2" charset="2"/>
              <a:buChar char="q"/>
            </a:pPr>
            <a:r>
              <a:rPr lang="en-US" sz="2400" dirty="0"/>
              <a:t> Data Cleaning</a:t>
            </a:r>
          </a:p>
          <a:p>
            <a:pPr marL="342900" indent="-342900">
              <a:buFont typeface="Wingdings" panose="05000000000000000000" pitchFamily="2" charset="2"/>
              <a:buChar char="q"/>
            </a:pPr>
            <a:r>
              <a:rPr lang="en-US" sz="2400" dirty="0"/>
              <a:t> Cleaned Data</a:t>
            </a:r>
          </a:p>
          <a:p>
            <a:pPr marL="342900" indent="-342900">
              <a:buFont typeface="Wingdings" panose="05000000000000000000" pitchFamily="2" charset="2"/>
              <a:buChar char="q"/>
            </a:pPr>
            <a:r>
              <a:rPr lang="en-US" sz="2400" dirty="0"/>
              <a:t> Bivariate Analysis</a:t>
            </a:r>
          </a:p>
          <a:p>
            <a:pPr marL="342900" indent="-342900">
              <a:buFont typeface="Wingdings" panose="05000000000000000000" pitchFamily="2" charset="2"/>
              <a:buChar char="q"/>
            </a:pPr>
            <a:r>
              <a:rPr lang="en-US" sz="2400" dirty="0"/>
              <a:t> Multivariate Analysis</a:t>
            </a:r>
          </a:p>
          <a:p>
            <a:pPr marL="342900" indent="-342900">
              <a:buFont typeface="Wingdings" panose="05000000000000000000" pitchFamily="2" charset="2"/>
              <a:buChar char="q"/>
            </a:pPr>
            <a:r>
              <a:rPr lang="en-US" sz="2400" dirty="0"/>
              <a:t> Insights</a:t>
            </a:r>
          </a:p>
          <a:p>
            <a:pPr marL="342900" indent="-342900">
              <a:buFont typeface="Wingdings" panose="05000000000000000000" pitchFamily="2" charset="2"/>
              <a:buChar char="q"/>
            </a:pPr>
            <a:r>
              <a:rPr lang="en-US" sz="2400" dirty="0"/>
              <a:t> Conclusion</a:t>
            </a:r>
          </a:p>
          <a:p>
            <a:endParaRPr lang="en-IN" dirty="0"/>
          </a:p>
        </p:txBody>
      </p:sp>
    </p:spTree>
    <p:extLst>
      <p:ext uri="{BB962C8B-B14F-4D97-AF65-F5344CB8AC3E}">
        <p14:creationId xmlns:p14="http://schemas.microsoft.com/office/powerpoint/2010/main" val="27791317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02AD8-9065-5ABB-C09E-409045942B2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B600303-4B52-8E51-38B3-1F87C6174260}"/>
              </a:ext>
            </a:extLst>
          </p:cNvPr>
          <p:cNvPicPr>
            <a:picLocks noChangeAspect="1"/>
          </p:cNvPicPr>
          <p:nvPr/>
        </p:nvPicPr>
        <p:blipFill>
          <a:blip r:embed="rId2"/>
          <a:stretch>
            <a:fillRect/>
          </a:stretch>
        </p:blipFill>
        <p:spPr>
          <a:xfrm>
            <a:off x="0" y="0"/>
            <a:ext cx="2857899" cy="485843"/>
          </a:xfrm>
          <a:prstGeom prst="rect">
            <a:avLst/>
          </a:prstGeom>
        </p:spPr>
      </p:pic>
      <p:pic>
        <p:nvPicPr>
          <p:cNvPr id="3074" name="Picture 2" descr="Libaan Enterprises Black Showroom Clothes Display, For cloth rack at ₹  1500/square feet in Mumbai">
            <a:extLst>
              <a:ext uri="{FF2B5EF4-FFF2-40B4-BE49-F238E27FC236}">
                <a16:creationId xmlns:a16="http://schemas.microsoft.com/office/drawing/2014/main" id="{00C602C4-FD6C-084B-420A-AB7EBA256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101" y="0"/>
            <a:ext cx="2857899"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45400EC-8CBF-C376-5BFA-475A38236830}"/>
              </a:ext>
            </a:extLst>
          </p:cNvPr>
          <p:cNvSpPr txBox="1"/>
          <p:nvPr/>
        </p:nvSpPr>
        <p:spPr>
          <a:xfrm>
            <a:off x="316795" y="2097157"/>
            <a:ext cx="8418444" cy="3139321"/>
          </a:xfrm>
          <a:prstGeom prst="rect">
            <a:avLst/>
          </a:prstGeom>
          <a:noFill/>
        </p:spPr>
        <p:txBody>
          <a:bodyPr wrap="square" rtlCol="0">
            <a:spAutoFit/>
          </a:bodyPr>
          <a:lstStyle/>
          <a:p>
            <a:r>
              <a:rPr lang="en-US" sz="2000" b="1" dirty="0"/>
              <a:t>Flipkart</a:t>
            </a:r>
            <a:r>
              <a:rPr lang="en-US" sz="2000" dirty="0"/>
              <a:t>, started in </a:t>
            </a:r>
            <a:r>
              <a:rPr lang="en-US" sz="2000" b="1" dirty="0"/>
              <a:t>2007</a:t>
            </a:r>
            <a:r>
              <a:rPr lang="en-US" sz="2000" dirty="0"/>
              <a:t>, is one of India’s biggest online shopping platforms, where people buy everything from mobiles to clothes. Clothing is one of the most popular categories, with thousands of products available in different styles, brands, prices, and discounts.</a:t>
            </a:r>
          </a:p>
          <a:p>
            <a:endParaRPr lang="en-US" sz="2000" dirty="0"/>
          </a:p>
          <a:p>
            <a:r>
              <a:rPr lang="en-US" sz="2000" dirty="0"/>
              <a:t>In this project, we collected Flipkart clothes data and performed </a:t>
            </a:r>
            <a:r>
              <a:rPr lang="en-US" sz="2000" b="1" dirty="0"/>
              <a:t>Exploratory Data Analysis (EDA)</a:t>
            </a:r>
            <a:r>
              <a:rPr lang="en-US" sz="2000" dirty="0"/>
              <a:t>. The goal is to study prices, discounts, ratings, and categories to find useful </a:t>
            </a:r>
            <a:r>
              <a:rPr lang="en-US" sz="2000" b="1" dirty="0"/>
              <a:t>trends and insights</a:t>
            </a:r>
            <a:r>
              <a:rPr lang="en-US" sz="2000" dirty="0"/>
              <a:t> about customer choices and fashion patterns.</a:t>
            </a:r>
          </a:p>
          <a:p>
            <a:endParaRPr lang="en-IN" dirty="0"/>
          </a:p>
        </p:txBody>
      </p:sp>
      <p:sp>
        <p:nvSpPr>
          <p:cNvPr id="4" name="TextBox 3">
            <a:extLst>
              <a:ext uri="{FF2B5EF4-FFF2-40B4-BE49-F238E27FC236}">
                <a16:creationId xmlns:a16="http://schemas.microsoft.com/office/drawing/2014/main" id="{ED5B298B-2C22-6198-3836-46BA043797C8}"/>
              </a:ext>
            </a:extLst>
          </p:cNvPr>
          <p:cNvSpPr txBox="1"/>
          <p:nvPr/>
        </p:nvSpPr>
        <p:spPr>
          <a:xfrm>
            <a:off x="208722" y="864704"/>
            <a:ext cx="4164495" cy="523220"/>
          </a:xfrm>
          <a:prstGeom prst="rect">
            <a:avLst/>
          </a:prstGeom>
          <a:noFill/>
        </p:spPr>
        <p:txBody>
          <a:bodyPr wrap="square" rtlCol="0">
            <a:spAutoFit/>
          </a:bodyPr>
          <a:lstStyle/>
          <a:p>
            <a:r>
              <a:rPr lang="en-US" sz="2800" b="1" dirty="0"/>
              <a:t>Introduction</a:t>
            </a:r>
            <a:endParaRPr lang="en-IN" sz="2800" dirty="0"/>
          </a:p>
        </p:txBody>
      </p:sp>
      <p:pic>
        <p:nvPicPr>
          <p:cNvPr id="4098" name="Picture 2" descr="Happy little boy standing in front of mirror looking his reflection with  new clothes | Premium Vector">
            <a:extLst>
              <a:ext uri="{FF2B5EF4-FFF2-40B4-BE49-F238E27FC236}">
                <a16:creationId xmlns:a16="http://schemas.microsoft.com/office/drawing/2014/main" id="{2989C487-F3BB-717B-58A1-59A5B5AB2E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64" y="4842163"/>
            <a:ext cx="3429000" cy="192231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73614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08345-77C6-D9FB-368E-45EC19214C9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47D3869-AB0C-897A-FDA8-1FBFF1140336}"/>
              </a:ext>
            </a:extLst>
          </p:cNvPr>
          <p:cNvPicPr>
            <a:picLocks noChangeAspect="1"/>
          </p:cNvPicPr>
          <p:nvPr/>
        </p:nvPicPr>
        <p:blipFill>
          <a:blip r:embed="rId2"/>
          <a:stretch>
            <a:fillRect/>
          </a:stretch>
        </p:blipFill>
        <p:spPr>
          <a:xfrm>
            <a:off x="0" y="0"/>
            <a:ext cx="2857899" cy="485843"/>
          </a:xfrm>
          <a:prstGeom prst="rect">
            <a:avLst/>
          </a:prstGeom>
        </p:spPr>
      </p:pic>
      <p:pic>
        <p:nvPicPr>
          <p:cNvPr id="4098" name="Picture 2" descr="140 Clothing store interior ideas | clothing store interior, store  interior, store design interior">
            <a:extLst>
              <a:ext uri="{FF2B5EF4-FFF2-40B4-BE49-F238E27FC236}">
                <a16:creationId xmlns:a16="http://schemas.microsoft.com/office/drawing/2014/main" id="{57F27AF2-F1B7-15C5-38AD-4092842B2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8931" y="0"/>
            <a:ext cx="3761134" cy="670891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A263338-B175-1DE4-EBDE-20F5237DBEF1}"/>
              </a:ext>
            </a:extLst>
          </p:cNvPr>
          <p:cNvSpPr txBox="1"/>
          <p:nvPr/>
        </p:nvSpPr>
        <p:spPr>
          <a:xfrm>
            <a:off x="275574" y="2317314"/>
            <a:ext cx="7839722" cy="3416320"/>
          </a:xfrm>
          <a:prstGeom prst="rect">
            <a:avLst/>
          </a:prstGeom>
          <a:noFill/>
        </p:spPr>
        <p:txBody>
          <a:bodyPr wrap="square">
            <a:spAutoFit/>
          </a:bodyPr>
          <a:lstStyle/>
          <a:p>
            <a:r>
              <a:rPr lang="en-US" sz="2400" b="1" dirty="0"/>
              <a:t>Customers get confused while shopping for clothes online </a:t>
            </a:r>
            <a:r>
              <a:rPr lang="en-US" sz="2400" dirty="0"/>
              <a:t>— too many options</a:t>
            </a:r>
            <a:r>
              <a:rPr lang="en-US" sz="2400" b="1" dirty="0"/>
              <a:t>, fast-changing trends, and unclear signals about what’s stylish</a:t>
            </a:r>
            <a:r>
              <a:rPr lang="en-US" sz="2400" dirty="0"/>
              <a:t>. This often leads to abandoned carts and lost sales. Businesses struggle to show the right </a:t>
            </a:r>
            <a:r>
              <a:rPr lang="en-US" sz="2400" b="1" dirty="0"/>
              <a:t>trending products at the right time</a:t>
            </a:r>
            <a:r>
              <a:rPr lang="en-US" sz="2400" dirty="0"/>
              <a:t>, causing revenue loss and excess inventory.</a:t>
            </a:r>
          </a:p>
          <a:p>
            <a:r>
              <a:rPr lang="en-US" sz="2400" dirty="0"/>
              <a:t>This project uses data analysis to find </a:t>
            </a:r>
            <a:r>
              <a:rPr lang="en-US" sz="2400" b="1" dirty="0"/>
              <a:t>which clothes are trending</a:t>
            </a:r>
            <a:r>
              <a:rPr lang="en-US" sz="2400" dirty="0"/>
              <a:t>, </a:t>
            </a:r>
            <a:r>
              <a:rPr lang="en-US" sz="2400" b="1" dirty="0"/>
              <a:t>what prices and discounts </a:t>
            </a:r>
            <a:r>
              <a:rPr lang="en-US" sz="2400" dirty="0"/>
              <a:t>attract buyers, and how to guide customers better.</a:t>
            </a:r>
          </a:p>
        </p:txBody>
      </p:sp>
      <p:sp>
        <p:nvSpPr>
          <p:cNvPr id="6" name="TextBox 5">
            <a:extLst>
              <a:ext uri="{FF2B5EF4-FFF2-40B4-BE49-F238E27FC236}">
                <a16:creationId xmlns:a16="http://schemas.microsoft.com/office/drawing/2014/main" id="{6A21C665-FA5F-2A94-682E-27099B572480}"/>
              </a:ext>
            </a:extLst>
          </p:cNvPr>
          <p:cNvSpPr txBox="1"/>
          <p:nvPr/>
        </p:nvSpPr>
        <p:spPr>
          <a:xfrm>
            <a:off x="254775" y="1259823"/>
            <a:ext cx="7285382" cy="523220"/>
          </a:xfrm>
          <a:prstGeom prst="rect">
            <a:avLst/>
          </a:prstGeom>
          <a:noFill/>
        </p:spPr>
        <p:txBody>
          <a:bodyPr wrap="square" rtlCol="0">
            <a:spAutoFit/>
          </a:bodyPr>
          <a:lstStyle/>
          <a:p>
            <a:r>
              <a:rPr lang="en-IN" sz="2800" b="1" dirty="0"/>
              <a:t>Business  </a:t>
            </a:r>
            <a:r>
              <a:rPr lang="en-US" sz="2800" b="1" dirty="0"/>
              <a:t>Objective</a:t>
            </a:r>
            <a:endParaRPr lang="en-IN" sz="2800" dirty="0"/>
          </a:p>
        </p:txBody>
      </p:sp>
    </p:spTree>
    <p:extLst>
      <p:ext uri="{BB962C8B-B14F-4D97-AF65-F5344CB8AC3E}">
        <p14:creationId xmlns:p14="http://schemas.microsoft.com/office/powerpoint/2010/main" val="19198753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A8623-C3A9-DC33-66F2-A200FC41678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7F3C1DB-E22B-2B39-7647-C24F7C33B258}"/>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16937043-1F27-6F1E-F81A-96EABA02487D}"/>
              </a:ext>
            </a:extLst>
          </p:cNvPr>
          <p:cNvSpPr txBox="1"/>
          <p:nvPr/>
        </p:nvSpPr>
        <p:spPr>
          <a:xfrm>
            <a:off x="907682" y="2069524"/>
            <a:ext cx="5128592" cy="4062651"/>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t> Collect Clothing Data from Flipkart</a:t>
            </a:r>
          </a:p>
          <a:p>
            <a:pPr marL="342900" indent="-342900">
              <a:buFont typeface="Wingdings" panose="05000000000000000000" pitchFamily="2" charset="2"/>
              <a:buChar char="Ø"/>
            </a:pPr>
            <a:r>
              <a:rPr lang="en-US" sz="2000" dirty="0"/>
              <a:t> Install Required Python Libraries</a:t>
            </a:r>
          </a:p>
          <a:p>
            <a:pPr marL="342900" indent="-342900">
              <a:buFont typeface="Wingdings" panose="05000000000000000000" pitchFamily="2" charset="2"/>
              <a:buChar char="Ø"/>
            </a:pPr>
            <a:r>
              <a:rPr lang="en-US" sz="2000" dirty="0"/>
              <a:t>Inspect and Understand the Data Structure</a:t>
            </a:r>
          </a:p>
          <a:p>
            <a:pPr marL="342900" indent="-342900">
              <a:buFont typeface="Wingdings" panose="05000000000000000000" pitchFamily="2" charset="2"/>
              <a:buChar char="Ø"/>
            </a:pPr>
            <a:r>
              <a:rPr lang="en-US" sz="2000" dirty="0"/>
              <a:t>Clean and Preprocess Data</a:t>
            </a:r>
          </a:p>
          <a:p>
            <a:pPr marL="342900" indent="-342900">
              <a:buFont typeface="Wingdings" panose="05000000000000000000" pitchFamily="2" charset="2"/>
              <a:buChar char="Ø"/>
            </a:pPr>
            <a:r>
              <a:rPr lang="en-US" sz="2000" dirty="0"/>
              <a:t> Analyze Price, Discount, and Ratings Columns</a:t>
            </a:r>
          </a:p>
          <a:p>
            <a:pPr marL="342900" indent="-342900">
              <a:buFont typeface="Wingdings" panose="05000000000000000000" pitchFamily="2" charset="2"/>
              <a:buChar char="Ø"/>
            </a:pPr>
            <a:r>
              <a:rPr lang="en-US" sz="2000" dirty="0"/>
              <a:t> Visualize Data with Charts and Graphs</a:t>
            </a:r>
          </a:p>
          <a:p>
            <a:pPr marL="342900" indent="-342900">
              <a:buFont typeface="Wingdings" panose="05000000000000000000" pitchFamily="2" charset="2"/>
              <a:buChar char="Ø"/>
            </a:pPr>
            <a:r>
              <a:rPr lang="en-US" sz="2000" dirty="0"/>
              <a:t>Explore Best Deal Categories</a:t>
            </a:r>
          </a:p>
          <a:p>
            <a:pPr marL="342900" indent="-342900">
              <a:buFont typeface="Wingdings" panose="05000000000000000000" pitchFamily="2" charset="2"/>
              <a:buChar char="Ø"/>
            </a:pPr>
            <a:r>
              <a:rPr lang="en-US" sz="2000" dirty="0"/>
              <a:t>Identify Patterns and Customer Preferences</a:t>
            </a:r>
          </a:p>
          <a:p>
            <a:pPr marL="342900" indent="-342900">
              <a:buFont typeface="Wingdings" panose="05000000000000000000" pitchFamily="2" charset="2"/>
              <a:buChar char="Ø"/>
            </a:pPr>
            <a:r>
              <a:rPr lang="en-US" sz="2000" dirty="0"/>
              <a:t>Present Insights and Recommendations</a:t>
            </a:r>
          </a:p>
          <a:p>
            <a:endParaRPr lang="en-IN" dirty="0"/>
          </a:p>
        </p:txBody>
      </p:sp>
      <p:sp>
        <p:nvSpPr>
          <p:cNvPr id="4" name="TextBox 3">
            <a:extLst>
              <a:ext uri="{FF2B5EF4-FFF2-40B4-BE49-F238E27FC236}">
                <a16:creationId xmlns:a16="http://schemas.microsoft.com/office/drawing/2014/main" id="{52D776EE-9502-18B9-CE1D-6EA1596DC76A}"/>
              </a:ext>
            </a:extLst>
          </p:cNvPr>
          <p:cNvSpPr txBox="1"/>
          <p:nvPr/>
        </p:nvSpPr>
        <p:spPr>
          <a:xfrm>
            <a:off x="967408" y="1109080"/>
            <a:ext cx="4894773" cy="523220"/>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Steps For Collecting Data</a:t>
            </a:r>
            <a:endParaRPr lang="en-IN" sz="2800" b="1" dirty="0"/>
          </a:p>
        </p:txBody>
      </p:sp>
      <p:pic>
        <p:nvPicPr>
          <p:cNvPr id="6146" name="Picture 2" descr="Young couples choose clothes clothing store Stock Photo - Alamy">
            <a:extLst>
              <a:ext uri="{FF2B5EF4-FFF2-40B4-BE49-F238E27FC236}">
                <a16:creationId xmlns:a16="http://schemas.microsoft.com/office/drawing/2014/main" id="{FC273C7F-491C-BD9C-1D58-F3C9D30558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330"/>
          <a:stretch>
            <a:fillRect/>
          </a:stretch>
        </p:blipFill>
        <p:spPr bwMode="auto">
          <a:xfrm>
            <a:off x="8287905" y="0"/>
            <a:ext cx="3776869" cy="685799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378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570D5-7748-DDE4-82CB-C9546942EC1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5307456-F876-6E21-18D2-A697F5B9861E}"/>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B315C066-403E-66E9-6E08-07B9A989A3E7}"/>
              </a:ext>
            </a:extLst>
          </p:cNvPr>
          <p:cNvSpPr txBox="1"/>
          <p:nvPr/>
        </p:nvSpPr>
        <p:spPr>
          <a:xfrm>
            <a:off x="437322" y="680243"/>
            <a:ext cx="5973417" cy="461665"/>
          </a:xfrm>
          <a:prstGeom prst="rect">
            <a:avLst/>
          </a:prstGeom>
          <a:noFill/>
        </p:spPr>
        <p:txBody>
          <a:bodyPr wrap="square" rtlCol="0">
            <a:spAutoFit/>
          </a:bodyPr>
          <a:lstStyle/>
          <a:p>
            <a:r>
              <a:rPr lang="en-US" sz="2400" b="1" dirty="0"/>
              <a:t>Sample Code</a:t>
            </a:r>
            <a:endParaRPr lang="en-IN" sz="2400" b="1" dirty="0"/>
          </a:p>
        </p:txBody>
      </p:sp>
      <p:pic>
        <p:nvPicPr>
          <p:cNvPr id="5" name="Picture 4">
            <a:extLst>
              <a:ext uri="{FF2B5EF4-FFF2-40B4-BE49-F238E27FC236}">
                <a16:creationId xmlns:a16="http://schemas.microsoft.com/office/drawing/2014/main" id="{DEB8A7FE-1916-0339-A76E-600346D0CEE8}"/>
              </a:ext>
            </a:extLst>
          </p:cNvPr>
          <p:cNvPicPr>
            <a:picLocks noChangeAspect="1"/>
          </p:cNvPicPr>
          <p:nvPr/>
        </p:nvPicPr>
        <p:blipFill>
          <a:blip r:embed="rId3"/>
          <a:stretch>
            <a:fillRect/>
          </a:stretch>
        </p:blipFill>
        <p:spPr>
          <a:xfrm>
            <a:off x="522854" y="1141908"/>
            <a:ext cx="11344467" cy="5601287"/>
          </a:xfrm>
          <a:prstGeom prst="rect">
            <a:avLst/>
          </a:prstGeom>
        </p:spPr>
      </p:pic>
    </p:spTree>
    <p:extLst>
      <p:ext uri="{BB962C8B-B14F-4D97-AF65-F5344CB8AC3E}">
        <p14:creationId xmlns:p14="http://schemas.microsoft.com/office/powerpoint/2010/main" val="326757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BA747-AEDA-DCBC-0D87-7DE3DC860D2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E093E8D-3902-5577-3F2E-C17A154BAD3D}"/>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623206C7-E748-0B46-7857-21ED533E84B6}"/>
              </a:ext>
            </a:extLst>
          </p:cNvPr>
          <p:cNvSpPr txBox="1"/>
          <p:nvPr/>
        </p:nvSpPr>
        <p:spPr>
          <a:xfrm>
            <a:off x="427382" y="743202"/>
            <a:ext cx="4164496" cy="461665"/>
          </a:xfrm>
          <a:prstGeom prst="rect">
            <a:avLst/>
          </a:prstGeom>
          <a:noFill/>
        </p:spPr>
        <p:txBody>
          <a:bodyPr wrap="square" rtlCol="0">
            <a:spAutoFit/>
          </a:bodyPr>
          <a:lstStyle/>
          <a:p>
            <a:r>
              <a:rPr lang="en-US" sz="2400" b="1" dirty="0"/>
              <a:t>Collected Data</a:t>
            </a:r>
            <a:endParaRPr lang="en-IN" sz="2400" dirty="0"/>
          </a:p>
        </p:txBody>
      </p:sp>
      <p:sp>
        <p:nvSpPr>
          <p:cNvPr id="5" name="TextBox 4">
            <a:extLst>
              <a:ext uri="{FF2B5EF4-FFF2-40B4-BE49-F238E27FC236}">
                <a16:creationId xmlns:a16="http://schemas.microsoft.com/office/drawing/2014/main" id="{A08F9D3A-51D7-BAD4-3FC3-6ED4BAA9CAFE}"/>
              </a:ext>
            </a:extLst>
          </p:cNvPr>
          <p:cNvSpPr txBox="1"/>
          <p:nvPr/>
        </p:nvSpPr>
        <p:spPr>
          <a:xfrm>
            <a:off x="602746" y="1767941"/>
            <a:ext cx="11300792" cy="2554545"/>
          </a:xfrm>
          <a:prstGeom prst="rect">
            <a:avLst/>
          </a:prstGeom>
          <a:noFill/>
        </p:spPr>
        <p:txBody>
          <a:bodyPr wrap="square">
            <a:spAutoFit/>
          </a:bodyPr>
          <a:lstStyle/>
          <a:p>
            <a:pPr marL="342900" indent="-342900">
              <a:buFont typeface="Wingdings" panose="05000000000000000000" pitchFamily="2" charset="2"/>
              <a:buChar char="q"/>
            </a:pPr>
            <a:r>
              <a:rPr lang="en-US" sz="2000" b="1" dirty="0"/>
              <a:t>Product Name</a:t>
            </a:r>
            <a:r>
              <a:rPr lang="en-US" sz="2000" dirty="0"/>
              <a:t>                    </a:t>
            </a:r>
            <a:r>
              <a:rPr lang="en-US" sz="2000" b="1" dirty="0"/>
              <a:t>:</a:t>
            </a:r>
            <a:r>
              <a:rPr lang="en-US" sz="2000" dirty="0"/>
              <a:t>   The name of the clothing item.</a:t>
            </a:r>
          </a:p>
          <a:p>
            <a:pPr marL="342900" indent="-342900">
              <a:buFont typeface="Wingdings" panose="05000000000000000000" pitchFamily="2" charset="2"/>
              <a:buChar char="q"/>
            </a:pPr>
            <a:r>
              <a:rPr lang="en-US" sz="2000" b="1" dirty="0"/>
              <a:t>Brand</a:t>
            </a:r>
            <a:r>
              <a:rPr lang="en-US" sz="2000" dirty="0"/>
              <a:t>                                       </a:t>
            </a:r>
            <a:r>
              <a:rPr lang="en-US" sz="2000" b="1" dirty="0"/>
              <a:t>:</a:t>
            </a:r>
            <a:r>
              <a:rPr lang="en-US" sz="2000" dirty="0"/>
              <a:t>   The company or label that makes the product.</a:t>
            </a:r>
          </a:p>
          <a:p>
            <a:pPr marL="342900" indent="-342900">
              <a:buFont typeface="Wingdings" panose="05000000000000000000" pitchFamily="2" charset="2"/>
              <a:buChar char="q"/>
            </a:pPr>
            <a:r>
              <a:rPr lang="en-US" sz="2000" b="1" dirty="0"/>
              <a:t>Product Type </a:t>
            </a:r>
            <a:r>
              <a:rPr lang="en-US" sz="2000" dirty="0"/>
              <a:t>                      </a:t>
            </a:r>
            <a:r>
              <a:rPr lang="en-US" sz="2000" b="1" dirty="0"/>
              <a:t>:   </a:t>
            </a:r>
            <a:r>
              <a:rPr lang="en-US" sz="2000" dirty="0"/>
              <a:t>The category or type of clothing (like shirt, jeans, etc.).</a:t>
            </a:r>
          </a:p>
          <a:p>
            <a:pPr marL="342900" indent="-342900">
              <a:buFont typeface="Wingdings" panose="05000000000000000000" pitchFamily="2" charset="2"/>
              <a:buChar char="q"/>
            </a:pPr>
            <a:r>
              <a:rPr lang="en-US" sz="2000" b="1" dirty="0"/>
              <a:t>Price</a:t>
            </a:r>
            <a:r>
              <a:rPr lang="en-US" sz="2000" dirty="0"/>
              <a:t>                                         </a:t>
            </a:r>
            <a:r>
              <a:rPr lang="en-US" sz="2000" b="1" dirty="0"/>
              <a:t>:   </a:t>
            </a:r>
            <a:r>
              <a:rPr lang="en-US" sz="2000" dirty="0"/>
              <a:t>The selling price of the item after any discounts.</a:t>
            </a:r>
          </a:p>
          <a:p>
            <a:pPr marL="342900" indent="-342900">
              <a:buFont typeface="Wingdings" panose="05000000000000000000" pitchFamily="2" charset="2"/>
              <a:buChar char="q"/>
            </a:pPr>
            <a:r>
              <a:rPr lang="en-US" sz="2000" b="1" dirty="0"/>
              <a:t>Original Price</a:t>
            </a:r>
            <a:r>
              <a:rPr lang="en-US" sz="2000" dirty="0"/>
              <a:t>                      </a:t>
            </a:r>
            <a:r>
              <a:rPr lang="en-US" sz="2000" b="1" dirty="0"/>
              <a:t>:</a:t>
            </a:r>
            <a:r>
              <a:rPr lang="en-US" sz="2000" dirty="0"/>
              <a:t>   The price before any discount is applied.</a:t>
            </a:r>
          </a:p>
          <a:p>
            <a:pPr marL="342900" indent="-342900">
              <a:buFont typeface="Wingdings" panose="05000000000000000000" pitchFamily="2" charset="2"/>
              <a:buChar char="q"/>
            </a:pPr>
            <a:r>
              <a:rPr lang="en-US" sz="2000" b="1" dirty="0"/>
              <a:t>Discount Percentage</a:t>
            </a:r>
            <a:r>
              <a:rPr lang="en-US" sz="2000" dirty="0"/>
              <a:t>      </a:t>
            </a:r>
            <a:r>
              <a:rPr lang="en-US" sz="2000" b="1" dirty="0"/>
              <a:t>:   </a:t>
            </a:r>
            <a:r>
              <a:rPr lang="en-US" sz="2000" dirty="0"/>
              <a:t>How much discount is given, shown as a percent.</a:t>
            </a:r>
          </a:p>
          <a:p>
            <a:pPr marL="342900" indent="-342900">
              <a:buFont typeface="Wingdings" panose="05000000000000000000" pitchFamily="2" charset="2"/>
              <a:buChar char="q"/>
            </a:pPr>
            <a:r>
              <a:rPr lang="en-US" sz="2000" b="1" dirty="0"/>
              <a:t>Page Num</a:t>
            </a:r>
            <a:r>
              <a:rPr lang="en-US" sz="2000" dirty="0"/>
              <a:t>                              </a:t>
            </a:r>
            <a:r>
              <a:rPr lang="en-US" sz="2000" b="1" dirty="0"/>
              <a:t>:</a:t>
            </a:r>
            <a:r>
              <a:rPr lang="en-US" sz="2000" dirty="0"/>
              <a:t>   The page number where the product was found during data collection.</a:t>
            </a:r>
          </a:p>
          <a:p>
            <a:endParaRPr lang="en-US" sz="2000" dirty="0"/>
          </a:p>
        </p:txBody>
      </p:sp>
      <p:pic>
        <p:nvPicPr>
          <p:cNvPr id="7170" name="Picture 2" descr="Man Helping Three Women Choosing New Clothes Stock Photo, Picture and  Royalty Free Image. Image 33832571.">
            <a:extLst>
              <a:ext uri="{FF2B5EF4-FFF2-40B4-BE49-F238E27FC236}">
                <a16:creationId xmlns:a16="http://schemas.microsoft.com/office/drawing/2014/main" id="{625AF51B-1448-F4BF-3555-4367DF7993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0183" y="4313583"/>
            <a:ext cx="4601817" cy="254441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05203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D9B60-E07C-7DC2-3EA7-FE88B280880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F3119E7-D78B-B08D-BDE5-4B6DE5271811}"/>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F44274FF-222E-DDE6-5458-CDA93524AA75}"/>
              </a:ext>
            </a:extLst>
          </p:cNvPr>
          <p:cNvSpPr txBox="1"/>
          <p:nvPr/>
        </p:nvSpPr>
        <p:spPr>
          <a:xfrm>
            <a:off x="447261" y="705679"/>
            <a:ext cx="3195829" cy="461665"/>
          </a:xfrm>
          <a:prstGeom prst="rect">
            <a:avLst/>
          </a:prstGeom>
          <a:noFill/>
        </p:spPr>
        <p:txBody>
          <a:bodyPr wrap="square" rtlCol="0">
            <a:spAutoFit/>
          </a:bodyPr>
          <a:lstStyle/>
          <a:p>
            <a:r>
              <a:rPr lang="en-US" sz="2400" b="1" dirty="0"/>
              <a:t>Raw Data </a:t>
            </a:r>
            <a:endParaRPr lang="en-IN" sz="2400" b="1" dirty="0"/>
          </a:p>
        </p:txBody>
      </p:sp>
      <p:pic>
        <p:nvPicPr>
          <p:cNvPr id="11" name="Picture 10">
            <a:extLst>
              <a:ext uri="{FF2B5EF4-FFF2-40B4-BE49-F238E27FC236}">
                <a16:creationId xmlns:a16="http://schemas.microsoft.com/office/drawing/2014/main" id="{9431364D-7C21-2807-FADB-E4943AB7A6FD}"/>
              </a:ext>
            </a:extLst>
          </p:cNvPr>
          <p:cNvPicPr>
            <a:picLocks noChangeAspect="1"/>
          </p:cNvPicPr>
          <p:nvPr/>
        </p:nvPicPr>
        <p:blipFill>
          <a:blip r:embed="rId3"/>
          <a:stretch>
            <a:fillRect/>
          </a:stretch>
        </p:blipFill>
        <p:spPr>
          <a:xfrm>
            <a:off x="447261" y="1167344"/>
            <a:ext cx="11429891" cy="5470365"/>
          </a:xfrm>
          <a:prstGeom prst="rect">
            <a:avLst/>
          </a:prstGeom>
        </p:spPr>
      </p:pic>
    </p:spTree>
    <p:extLst>
      <p:ext uri="{BB962C8B-B14F-4D97-AF65-F5344CB8AC3E}">
        <p14:creationId xmlns:p14="http://schemas.microsoft.com/office/powerpoint/2010/main" val="8058202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E6BF-2B77-E96E-F6B7-A8226A5B0D5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149E222-A2B8-F015-0773-6DC1BC1EFBE1}"/>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C1FD59EB-9117-19BD-2781-FA2DE1593660}"/>
              </a:ext>
            </a:extLst>
          </p:cNvPr>
          <p:cNvSpPr txBox="1"/>
          <p:nvPr/>
        </p:nvSpPr>
        <p:spPr>
          <a:xfrm>
            <a:off x="347870" y="785191"/>
            <a:ext cx="4154556" cy="461665"/>
          </a:xfrm>
          <a:prstGeom prst="rect">
            <a:avLst/>
          </a:prstGeom>
          <a:noFill/>
        </p:spPr>
        <p:txBody>
          <a:bodyPr wrap="squar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Steps For Cleaning Data</a:t>
            </a:r>
            <a:endParaRPr lang="en-IN" sz="2400" dirty="0"/>
          </a:p>
        </p:txBody>
      </p:sp>
      <p:sp>
        <p:nvSpPr>
          <p:cNvPr id="4" name="TextBox 3">
            <a:extLst>
              <a:ext uri="{FF2B5EF4-FFF2-40B4-BE49-F238E27FC236}">
                <a16:creationId xmlns:a16="http://schemas.microsoft.com/office/drawing/2014/main" id="{DF68D801-092C-3711-EC5E-12D44C416F03}"/>
              </a:ext>
            </a:extLst>
          </p:cNvPr>
          <p:cNvSpPr txBox="1"/>
          <p:nvPr/>
        </p:nvSpPr>
        <p:spPr>
          <a:xfrm>
            <a:off x="437322" y="1546204"/>
            <a:ext cx="10495721" cy="3447098"/>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t> Create a Data Frame from the collected data after running the script and check if the data needs cleaning.</a:t>
            </a:r>
          </a:p>
          <a:p>
            <a:pPr marL="342900" indent="-342900">
              <a:buFont typeface="Wingdings" panose="05000000000000000000" pitchFamily="2" charset="2"/>
              <a:buChar char="Ø"/>
            </a:pPr>
            <a:r>
              <a:rPr lang="en-US" sz="2000" dirty="0"/>
              <a:t>If the data is not clean, start cleaning it.</a:t>
            </a:r>
          </a:p>
          <a:p>
            <a:pPr marL="342900" indent="-342900">
              <a:buFont typeface="Wingdings" panose="05000000000000000000" pitchFamily="2" charset="2"/>
              <a:buChar char="Ø"/>
            </a:pPr>
            <a:r>
              <a:rPr lang="en-US" sz="2000" dirty="0"/>
              <a:t>Check for missing (null) values and duplicate entries in the Data Frame; if there are none, the data is ready for the next steps.</a:t>
            </a:r>
          </a:p>
          <a:p>
            <a:pPr marL="342900" indent="-342900">
              <a:buFont typeface="Wingdings" panose="05000000000000000000" pitchFamily="2" charset="2"/>
              <a:buChar char="Ø"/>
            </a:pPr>
            <a:r>
              <a:rPr lang="en-US" sz="2000" dirty="0"/>
              <a:t> Clean the text columns by removing extra spaces, special symbols, and HTML tags using regular expressions.</a:t>
            </a:r>
          </a:p>
          <a:p>
            <a:pPr marL="342900" indent="-342900">
              <a:buFont typeface="Wingdings" panose="05000000000000000000" pitchFamily="2" charset="2"/>
              <a:buChar char="Ø"/>
            </a:pPr>
            <a:r>
              <a:rPr lang="en-US" sz="2000" dirty="0"/>
              <a:t> Change the data types of each column to the most suitable type, such as float or int, as needed.</a:t>
            </a:r>
          </a:p>
          <a:p>
            <a:pPr marL="342900" indent="-342900">
              <a:buFont typeface="Wingdings" panose="05000000000000000000" pitchFamily="2" charset="2"/>
              <a:buChar char="Ø"/>
            </a:pPr>
            <a:r>
              <a:rPr lang="en-US" sz="2000" dirty="0"/>
              <a:t>Check the size (shape) of the cleaned Data Frame and save it for analysis.</a:t>
            </a:r>
          </a:p>
          <a:p>
            <a:endParaRPr lang="en-IN" dirty="0"/>
          </a:p>
        </p:txBody>
      </p:sp>
      <p:pic>
        <p:nvPicPr>
          <p:cNvPr id="1026" name="Picture 2" descr="11+ Thousand Kid Choosing Clothes Royalty-Free Images, Stock Photos &amp;  Pictures | Shutterstock">
            <a:extLst>
              <a:ext uri="{FF2B5EF4-FFF2-40B4-BE49-F238E27FC236}">
                <a16:creationId xmlns:a16="http://schemas.microsoft.com/office/drawing/2014/main" id="{7051107A-9A0B-9A96-CC62-D428A49D37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001"/>
          <a:stretch>
            <a:fillRect/>
          </a:stretch>
        </p:blipFill>
        <p:spPr bwMode="auto">
          <a:xfrm>
            <a:off x="7921487" y="4601817"/>
            <a:ext cx="4194313" cy="219654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688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49044-98C7-40AB-8EE3-612BF2EF9AE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FA58C3A-95A2-310C-1D39-B35086178C6B}"/>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71D4845C-EF30-2928-F7FA-3D791EE12565}"/>
              </a:ext>
            </a:extLst>
          </p:cNvPr>
          <p:cNvSpPr txBox="1"/>
          <p:nvPr/>
        </p:nvSpPr>
        <p:spPr>
          <a:xfrm>
            <a:off x="350773" y="612553"/>
            <a:ext cx="8169965" cy="461665"/>
          </a:xfrm>
          <a:prstGeom prst="rect">
            <a:avLst/>
          </a:prstGeom>
          <a:noFill/>
        </p:spPr>
        <p:txBody>
          <a:bodyPr wrap="square" rtlCol="0">
            <a:spAutoFit/>
          </a:bodyPr>
          <a:lstStyle/>
          <a:p>
            <a:r>
              <a:rPr lang="en-US" sz="2400" b="1" dirty="0"/>
              <a:t>Quick view of Cleaned data </a:t>
            </a:r>
            <a:endParaRPr lang="en-IN" sz="2400" dirty="0"/>
          </a:p>
        </p:txBody>
      </p:sp>
      <p:pic>
        <p:nvPicPr>
          <p:cNvPr id="2050" name="Picture 2" descr="Pregnant mother and girl child choosing clothes for baby in children's  cloths store Stock Photo - Alamy">
            <a:extLst>
              <a:ext uri="{FF2B5EF4-FFF2-40B4-BE49-F238E27FC236}">
                <a16:creationId xmlns:a16="http://schemas.microsoft.com/office/drawing/2014/main" id="{8CC292D1-9900-15F1-60A3-43CF7333C7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160"/>
          <a:stretch>
            <a:fillRect/>
          </a:stretch>
        </p:blipFill>
        <p:spPr bwMode="auto">
          <a:xfrm>
            <a:off x="7513983" y="4075043"/>
            <a:ext cx="4457079" cy="267362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DBB326F-6402-BD57-3A26-DE2E60207091}"/>
              </a:ext>
            </a:extLst>
          </p:cNvPr>
          <p:cNvPicPr>
            <a:picLocks noChangeAspect="1"/>
          </p:cNvPicPr>
          <p:nvPr/>
        </p:nvPicPr>
        <p:blipFill>
          <a:blip r:embed="rId4"/>
          <a:stretch>
            <a:fillRect/>
          </a:stretch>
        </p:blipFill>
        <p:spPr>
          <a:xfrm>
            <a:off x="350773" y="1307628"/>
            <a:ext cx="11461271" cy="2534004"/>
          </a:xfrm>
          <a:prstGeom prst="rect">
            <a:avLst/>
          </a:prstGeom>
        </p:spPr>
      </p:pic>
    </p:spTree>
    <p:extLst>
      <p:ext uri="{BB962C8B-B14F-4D97-AF65-F5344CB8AC3E}">
        <p14:creationId xmlns:p14="http://schemas.microsoft.com/office/powerpoint/2010/main" val="25269670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BFF78-3AAD-D565-4EFA-DF57060B837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4689F94-EAE7-9F37-0C30-6DA493A4E635}"/>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E06C706F-9750-874A-D3E0-C057872F1B52}"/>
              </a:ext>
            </a:extLst>
          </p:cNvPr>
          <p:cNvSpPr txBox="1"/>
          <p:nvPr/>
        </p:nvSpPr>
        <p:spPr>
          <a:xfrm>
            <a:off x="347870" y="765313"/>
            <a:ext cx="5953539" cy="461665"/>
          </a:xfrm>
          <a:prstGeom prst="rect">
            <a:avLst/>
          </a:prstGeom>
          <a:noFill/>
        </p:spPr>
        <p:txBody>
          <a:bodyPr wrap="square" rtlCol="0">
            <a:spAutoFit/>
          </a:bodyPr>
          <a:lstStyle/>
          <a:p>
            <a:r>
              <a:rPr lang="en-US" sz="2400" b="1" dirty="0"/>
              <a:t>Type and shape of data </a:t>
            </a:r>
            <a:endParaRPr lang="en-IN" sz="2400" dirty="0"/>
          </a:p>
        </p:txBody>
      </p:sp>
      <p:pic>
        <p:nvPicPr>
          <p:cNvPr id="9" name="Picture 8">
            <a:extLst>
              <a:ext uri="{FF2B5EF4-FFF2-40B4-BE49-F238E27FC236}">
                <a16:creationId xmlns:a16="http://schemas.microsoft.com/office/drawing/2014/main" id="{0F231C15-0629-2980-917A-91978D880697}"/>
              </a:ext>
            </a:extLst>
          </p:cNvPr>
          <p:cNvPicPr>
            <a:picLocks noChangeAspect="1"/>
          </p:cNvPicPr>
          <p:nvPr/>
        </p:nvPicPr>
        <p:blipFill>
          <a:blip r:embed="rId3"/>
          <a:stretch>
            <a:fillRect/>
          </a:stretch>
        </p:blipFill>
        <p:spPr>
          <a:xfrm>
            <a:off x="244708" y="1506448"/>
            <a:ext cx="6563596" cy="687717"/>
          </a:xfrm>
          <a:prstGeom prst="rect">
            <a:avLst/>
          </a:prstGeom>
        </p:spPr>
      </p:pic>
      <p:pic>
        <p:nvPicPr>
          <p:cNvPr id="4" name="Picture 4" descr="Choose Clothes Stock Photos, Images and Backgrounds for Free Download">
            <a:extLst>
              <a:ext uri="{FF2B5EF4-FFF2-40B4-BE49-F238E27FC236}">
                <a16:creationId xmlns:a16="http://schemas.microsoft.com/office/drawing/2014/main" id="{DD347F63-1968-EA6B-4811-C1668890E5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3668" y="0"/>
            <a:ext cx="4568332"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CA23F3AF-D4EC-4B5B-1E56-BED3973B0BD3}"/>
              </a:ext>
            </a:extLst>
          </p:cNvPr>
          <p:cNvPicPr>
            <a:picLocks noChangeAspect="1"/>
          </p:cNvPicPr>
          <p:nvPr/>
        </p:nvPicPr>
        <p:blipFill>
          <a:blip r:embed="rId5"/>
          <a:stretch>
            <a:fillRect/>
          </a:stretch>
        </p:blipFill>
        <p:spPr>
          <a:xfrm>
            <a:off x="3324639" y="2839542"/>
            <a:ext cx="4163006" cy="3750100"/>
          </a:xfrm>
          <a:prstGeom prst="rect">
            <a:avLst/>
          </a:prstGeom>
        </p:spPr>
      </p:pic>
      <p:pic>
        <p:nvPicPr>
          <p:cNvPr id="14" name="Picture 13">
            <a:extLst>
              <a:ext uri="{FF2B5EF4-FFF2-40B4-BE49-F238E27FC236}">
                <a16:creationId xmlns:a16="http://schemas.microsoft.com/office/drawing/2014/main" id="{0B6DF8EC-E4A4-E13E-EBD1-797303CF705E}"/>
              </a:ext>
            </a:extLst>
          </p:cNvPr>
          <p:cNvPicPr>
            <a:picLocks noChangeAspect="1"/>
          </p:cNvPicPr>
          <p:nvPr/>
        </p:nvPicPr>
        <p:blipFill>
          <a:blip r:embed="rId6"/>
          <a:stretch>
            <a:fillRect/>
          </a:stretch>
        </p:blipFill>
        <p:spPr>
          <a:xfrm>
            <a:off x="373739" y="2884233"/>
            <a:ext cx="2162477" cy="3705409"/>
          </a:xfrm>
          <a:prstGeom prst="rect">
            <a:avLst/>
          </a:prstGeom>
        </p:spPr>
      </p:pic>
    </p:spTree>
    <p:extLst>
      <p:ext uri="{BB962C8B-B14F-4D97-AF65-F5344CB8AC3E}">
        <p14:creationId xmlns:p14="http://schemas.microsoft.com/office/powerpoint/2010/main" val="35218078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64302-F251-0E88-A6A9-4FAEBF45FA2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AE2F10B-F26E-7CF6-549D-F26B107A3556}"/>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C293C162-4A76-AAE2-C224-C3C8ECA1A430}"/>
              </a:ext>
            </a:extLst>
          </p:cNvPr>
          <p:cNvSpPr txBox="1"/>
          <p:nvPr/>
        </p:nvSpPr>
        <p:spPr>
          <a:xfrm>
            <a:off x="383056" y="735496"/>
            <a:ext cx="2474844" cy="461665"/>
          </a:xfrm>
          <a:prstGeom prst="rect">
            <a:avLst/>
          </a:prstGeom>
          <a:noFill/>
        </p:spPr>
        <p:txBody>
          <a:bodyPr wrap="square" rtlCol="0">
            <a:spAutoFit/>
          </a:bodyPr>
          <a:lstStyle/>
          <a:p>
            <a:r>
              <a:rPr lang="en-US" sz="2400" b="1" dirty="0"/>
              <a:t>Statistical Data</a:t>
            </a:r>
            <a:endParaRPr lang="en-IN" sz="2400" b="1" dirty="0"/>
          </a:p>
        </p:txBody>
      </p:sp>
      <p:pic>
        <p:nvPicPr>
          <p:cNvPr id="5" name="Picture 4">
            <a:extLst>
              <a:ext uri="{FF2B5EF4-FFF2-40B4-BE49-F238E27FC236}">
                <a16:creationId xmlns:a16="http://schemas.microsoft.com/office/drawing/2014/main" id="{4CD0C0EF-CD47-7EC4-CD6E-2762BF65BEE6}"/>
              </a:ext>
            </a:extLst>
          </p:cNvPr>
          <p:cNvPicPr>
            <a:picLocks noChangeAspect="1"/>
          </p:cNvPicPr>
          <p:nvPr/>
        </p:nvPicPr>
        <p:blipFill>
          <a:blip r:embed="rId3"/>
          <a:stretch>
            <a:fillRect/>
          </a:stretch>
        </p:blipFill>
        <p:spPr>
          <a:xfrm>
            <a:off x="452630" y="1446814"/>
            <a:ext cx="7518554" cy="1943371"/>
          </a:xfrm>
          <a:prstGeom prst="rect">
            <a:avLst/>
          </a:prstGeom>
        </p:spPr>
      </p:pic>
      <p:pic>
        <p:nvPicPr>
          <p:cNvPr id="4098" name="Picture 2" descr="Confident Asian women choosing clothes in modern atelier · Free Stock Photo">
            <a:extLst>
              <a:ext uri="{FF2B5EF4-FFF2-40B4-BE49-F238E27FC236}">
                <a16:creationId xmlns:a16="http://schemas.microsoft.com/office/drawing/2014/main" id="{2869F59B-1256-7766-38B9-2B485C0F1F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9661" y="0"/>
            <a:ext cx="3972339"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E71D40C-C5DC-9DD9-5DFE-F1420B2A7B0B}"/>
              </a:ext>
            </a:extLst>
          </p:cNvPr>
          <p:cNvPicPr>
            <a:picLocks noChangeAspect="1"/>
          </p:cNvPicPr>
          <p:nvPr/>
        </p:nvPicPr>
        <p:blipFill>
          <a:blip r:embed="rId5"/>
          <a:stretch>
            <a:fillRect/>
          </a:stretch>
        </p:blipFill>
        <p:spPr>
          <a:xfrm>
            <a:off x="452631" y="3467816"/>
            <a:ext cx="7518554" cy="3390184"/>
          </a:xfrm>
          <a:prstGeom prst="rect">
            <a:avLst/>
          </a:prstGeom>
        </p:spPr>
      </p:pic>
    </p:spTree>
    <p:extLst>
      <p:ext uri="{BB962C8B-B14F-4D97-AF65-F5344CB8AC3E}">
        <p14:creationId xmlns:p14="http://schemas.microsoft.com/office/powerpoint/2010/main" val="27764521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DB1C0-70C3-2FEB-02C9-6DF1B2C0524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43BA34F-DB98-5707-BEEA-83E08E6ACCAA}"/>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2E030C8E-BF26-E862-E818-19C4F39472D2}"/>
              </a:ext>
            </a:extLst>
          </p:cNvPr>
          <p:cNvSpPr txBox="1"/>
          <p:nvPr/>
        </p:nvSpPr>
        <p:spPr>
          <a:xfrm>
            <a:off x="4158641" y="200415"/>
            <a:ext cx="4546948" cy="800219"/>
          </a:xfrm>
          <a:prstGeom prst="rect">
            <a:avLst/>
          </a:prstGeom>
          <a:noFill/>
        </p:spPr>
        <p:txBody>
          <a:bodyPr wrap="square" rtlCol="0">
            <a:spAutoFit/>
          </a:bodyPr>
          <a:lstStyle/>
          <a:p>
            <a:pPr algn="ctr"/>
            <a:r>
              <a:rPr lang="en-IN" sz="2800" b="1" dirty="0"/>
              <a:t>Analysis questions</a:t>
            </a:r>
          </a:p>
          <a:p>
            <a:endParaRPr lang="en-IN" dirty="0"/>
          </a:p>
        </p:txBody>
      </p:sp>
      <p:sp>
        <p:nvSpPr>
          <p:cNvPr id="8" name="TextBox 7">
            <a:extLst>
              <a:ext uri="{FF2B5EF4-FFF2-40B4-BE49-F238E27FC236}">
                <a16:creationId xmlns:a16="http://schemas.microsoft.com/office/drawing/2014/main" id="{C849D0E1-C3A0-CAF6-B262-B7C9A3A453D8}"/>
              </a:ext>
            </a:extLst>
          </p:cNvPr>
          <p:cNvSpPr txBox="1"/>
          <p:nvPr/>
        </p:nvSpPr>
        <p:spPr>
          <a:xfrm>
            <a:off x="0" y="1000634"/>
            <a:ext cx="12192000" cy="1107996"/>
          </a:xfrm>
          <a:prstGeom prst="rect">
            <a:avLst/>
          </a:prstGeom>
          <a:noFill/>
        </p:spPr>
        <p:txBody>
          <a:bodyPr wrap="square" rtlCol="0">
            <a:spAutoFit/>
          </a:bodyPr>
          <a:lstStyle/>
          <a:p>
            <a:r>
              <a:rPr lang="en-US" sz="2400" b="1" dirty="0"/>
              <a:t>Which product types combine high ratings and strong discounts ? These reveal what’s currently hot , </a:t>
            </a:r>
            <a:r>
              <a:rPr lang="en-US" sz="2400" b="1" dirty="0" err="1"/>
              <a:t>Ternd</a:t>
            </a:r>
            <a:r>
              <a:rPr lang="en-US" sz="2400" b="1" dirty="0"/>
              <a:t> and most loved by customers?</a:t>
            </a:r>
          </a:p>
          <a:p>
            <a:endParaRPr lang="en-IN" dirty="0"/>
          </a:p>
        </p:txBody>
      </p:sp>
      <p:sp>
        <p:nvSpPr>
          <p:cNvPr id="11" name="TextBox 10">
            <a:extLst>
              <a:ext uri="{FF2B5EF4-FFF2-40B4-BE49-F238E27FC236}">
                <a16:creationId xmlns:a16="http://schemas.microsoft.com/office/drawing/2014/main" id="{2A590316-A7A0-36D9-BCEF-C2500946EF7C}"/>
              </a:ext>
            </a:extLst>
          </p:cNvPr>
          <p:cNvSpPr txBox="1"/>
          <p:nvPr/>
        </p:nvSpPr>
        <p:spPr>
          <a:xfrm>
            <a:off x="6250489" y="2570295"/>
            <a:ext cx="5626744" cy="4247317"/>
          </a:xfrm>
          <a:prstGeom prst="rect">
            <a:avLst/>
          </a:prstGeom>
          <a:noFill/>
        </p:spPr>
        <p:txBody>
          <a:bodyPr wrap="square" rtlCol="0">
            <a:spAutoFit/>
          </a:bodyPr>
          <a:lstStyle/>
          <a:p>
            <a:pPr marL="285750" indent="-285750">
              <a:buFont typeface="Wingdings" panose="05000000000000000000" pitchFamily="2" charset="2"/>
              <a:buChar char="Ø"/>
            </a:pPr>
            <a:r>
              <a:rPr lang="en-US" b="1" dirty="0"/>
              <a:t> Men’s T-shirts are the most liked.</a:t>
            </a:r>
            <a:r>
              <a:rPr lang="en-US" dirty="0"/>
              <a:t> They show up four times in the top 10. People love wearing T-shirts, and they sell really well.</a:t>
            </a:r>
          </a:p>
          <a:p>
            <a:pPr marL="285750" indent="-285750">
              <a:buFont typeface="Wingdings" panose="05000000000000000000" pitchFamily="2" charset="2"/>
              <a:buChar char="Ø"/>
            </a:pPr>
            <a:r>
              <a:rPr lang="en-US" b="1" dirty="0"/>
              <a:t>Good deals make products popular.</a:t>
            </a:r>
            <a:r>
              <a:rPr lang="en-US" dirty="0"/>
              <a:t> The “Trend Score” depends on both ratings and discounts. Products that people like and that have good offers become best-sellers.</a:t>
            </a:r>
          </a:p>
          <a:p>
            <a:pPr marL="285750" indent="-285750">
              <a:buFont typeface="Wingdings" panose="05000000000000000000" pitchFamily="2" charset="2"/>
              <a:buChar char="Ø"/>
            </a:pPr>
            <a:r>
              <a:rPr lang="en-US" b="1" dirty="0"/>
              <a:t>Everyone is shopping.</a:t>
            </a:r>
            <a:r>
              <a:rPr lang="en-US" dirty="0"/>
              <a:t> The list has clothes for men, women, and kids — like T-shirts, Kurtas, track pants, and tops. Families are buying for all.</a:t>
            </a:r>
          </a:p>
          <a:p>
            <a:pPr marL="285750" indent="-285750">
              <a:buFont typeface="Wingdings" panose="05000000000000000000" pitchFamily="2" charset="2"/>
              <a:buChar char="Ø"/>
            </a:pPr>
            <a:r>
              <a:rPr lang="en-US" b="1" dirty="0"/>
              <a:t> Some people like to stitch their own clothes.</a:t>
            </a:r>
            <a:r>
              <a:rPr lang="en-US" dirty="0"/>
              <a:t> The “Unstitched Fabric” item shows that many people want to buy cloth and make clothes that fit them perfectly.</a:t>
            </a:r>
          </a:p>
          <a:p>
            <a:endParaRPr lang="en-IN" dirty="0"/>
          </a:p>
        </p:txBody>
      </p:sp>
      <p:sp>
        <p:nvSpPr>
          <p:cNvPr id="12" name="TextBox 11">
            <a:extLst>
              <a:ext uri="{FF2B5EF4-FFF2-40B4-BE49-F238E27FC236}">
                <a16:creationId xmlns:a16="http://schemas.microsoft.com/office/drawing/2014/main" id="{9622C4A4-04A7-49AD-9F56-3ABAFCA5AEF6}"/>
              </a:ext>
            </a:extLst>
          </p:cNvPr>
          <p:cNvSpPr txBox="1"/>
          <p:nvPr/>
        </p:nvSpPr>
        <p:spPr>
          <a:xfrm>
            <a:off x="6432115" y="2108630"/>
            <a:ext cx="2273474" cy="461665"/>
          </a:xfrm>
          <a:prstGeom prst="rect">
            <a:avLst/>
          </a:prstGeom>
          <a:noFill/>
        </p:spPr>
        <p:txBody>
          <a:bodyPr wrap="square" rtlCol="0">
            <a:spAutoFit/>
          </a:bodyPr>
          <a:lstStyle/>
          <a:p>
            <a:r>
              <a:rPr lang="en-US" sz="2400" b="1" dirty="0"/>
              <a:t>Insights:</a:t>
            </a:r>
            <a:endParaRPr lang="en-IN" sz="2400" b="1" dirty="0"/>
          </a:p>
        </p:txBody>
      </p:sp>
      <p:pic>
        <p:nvPicPr>
          <p:cNvPr id="9" name="Picture 8">
            <a:extLst>
              <a:ext uri="{FF2B5EF4-FFF2-40B4-BE49-F238E27FC236}">
                <a16:creationId xmlns:a16="http://schemas.microsoft.com/office/drawing/2014/main" id="{A9F923DB-9B23-9950-896F-4C8A70664644}"/>
              </a:ext>
            </a:extLst>
          </p:cNvPr>
          <p:cNvPicPr>
            <a:picLocks noChangeAspect="1"/>
          </p:cNvPicPr>
          <p:nvPr/>
        </p:nvPicPr>
        <p:blipFill>
          <a:blip r:embed="rId3"/>
          <a:stretch>
            <a:fillRect/>
          </a:stretch>
        </p:blipFill>
        <p:spPr>
          <a:xfrm>
            <a:off x="314767" y="1800853"/>
            <a:ext cx="5781233" cy="4991797"/>
          </a:xfrm>
          <a:prstGeom prst="rect">
            <a:avLst/>
          </a:prstGeom>
        </p:spPr>
      </p:pic>
    </p:spTree>
    <p:extLst>
      <p:ext uri="{BB962C8B-B14F-4D97-AF65-F5344CB8AC3E}">
        <p14:creationId xmlns:p14="http://schemas.microsoft.com/office/powerpoint/2010/main" val="6155662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F2BE9-2A54-B835-8413-7094EE5A0E4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C01DD9C-6965-1039-60B3-4603A549CFE1}"/>
              </a:ext>
            </a:extLst>
          </p:cNvPr>
          <p:cNvPicPr>
            <a:picLocks noChangeAspect="1"/>
          </p:cNvPicPr>
          <p:nvPr/>
        </p:nvPicPr>
        <p:blipFill>
          <a:blip r:embed="rId3"/>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D9B17B75-426B-CAF7-E87C-891799164077}"/>
              </a:ext>
            </a:extLst>
          </p:cNvPr>
          <p:cNvSpPr txBox="1"/>
          <p:nvPr/>
        </p:nvSpPr>
        <p:spPr>
          <a:xfrm>
            <a:off x="0" y="751562"/>
            <a:ext cx="12192000" cy="984885"/>
          </a:xfrm>
          <a:prstGeom prst="rect">
            <a:avLst/>
          </a:prstGeom>
          <a:noFill/>
        </p:spPr>
        <p:txBody>
          <a:bodyPr wrap="square" rtlCol="0">
            <a:spAutoFit/>
          </a:bodyPr>
          <a:lstStyle/>
          <a:p>
            <a:r>
              <a:rPr lang="en-US" sz="2000" b="1" dirty="0"/>
              <a:t>Which brands maintain the highest average ratings? These brands reflect strong customer trust and satisfaction.</a:t>
            </a:r>
          </a:p>
          <a:p>
            <a:endParaRPr lang="en-IN" dirty="0"/>
          </a:p>
        </p:txBody>
      </p:sp>
      <p:sp>
        <p:nvSpPr>
          <p:cNvPr id="6" name="TextBox 5">
            <a:extLst>
              <a:ext uri="{FF2B5EF4-FFF2-40B4-BE49-F238E27FC236}">
                <a16:creationId xmlns:a16="http://schemas.microsoft.com/office/drawing/2014/main" id="{A284BCF3-30E7-8D89-4EB0-1A4F96631E65}"/>
              </a:ext>
            </a:extLst>
          </p:cNvPr>
          <p:cNvSpPr txBox="1"/>
          <p:nvPr/>
        </p:nvSpPr>
        <p:spPr>
          <a:xfrm>
            <a:off x="7002049" y="1736447"/>
            <a:ext cx="2467627" cy="461665"/>
          </a:xfrm>
          <a:prstGeom prst="rect">
            <a:avLst/>
          </a:prstGeom>
          <a:noFill/>
        </p:spPr>
        <p:txBody>
          <a:bodyPr wrap="square" rtlCol="0">
            <a:spAutoFit/>
          </a:bodyPr>
          <a:lstStyle/>
          <a:p>
            <a:r>
              <a:rPr lang="en-US" sz="2400" b="1" dirty="0"/>
              <a:t>Insights</a:t>
            </a:r>
            <a:r>
              <a:rPr lang="en-US" b="1" dirty="0"/>
              <a:t>:</a:t>
            </a:r>
            <a:endParaRPr lang="en-IN" b="1" dirty="0"/>
          </a:p>
        </p:txBody>
      </p:sp>
      <p:sp>
        <p:nvSpPr>
          <p:cNvPr id="7" name="TextBox 6">
            <a:extLst>
              <a:ext uri="{FF2B5EF4-FFF2-40B4-BE49-F238E27FC236}">
                <a16:creationId xmlns:a16="http://schemas.microsoft.com/office/drawing/2014/main" id="{419048D9-A0CC-42AE-32CF-3A505A7CD76B}"/>
              </a:ext>
            </a:extLst>
          </p:cNvPr>
          <p:cNvSpPr txBox="1"/>
          <p:nvPr/>
        </p:nvSpPr>
        <p:spPr>
          <a:xfrm>
            <a:off x="7002049" y="2372091"/>
            <a:ext cx="4935255" cy="4524315"/>
          </a:xfrm>
          <a:prstGeom prst="rect">
            <a:avLst/>
          </a:prstGeom>
          <a:noFill/>
        </p:spPr>
        <p:txBody>
          <a:bodyPr wrap="square" rtlCol="0">
            <a:spAutoFit/>
          </a:bodyPr>
          <a:lstStyle/>
          <a:p>
            <a:pPr marL="285750" indent="-285750">
              <a:buFont typeface="Wingdings" panose="05000000000000000000" pitchFamily="2" charset="2"/>
              <a:buChar char="Ø"/>
            </a:pPr>
            <a:r>
              <a:rPr lang="en-US" b="1" dirty="0"/>
              <a:t> Customers are very happy.</a:t>
            </a:r>
            <a:r>
              <a:rPr lang="en-US" dirty="0"/>
              <a:t> All the top 10 brands have very high ratings, almost perfect scores. People really like their products.</a:t>
            </a:r>
          </a:p>
          <a:p>
            <a:pPr marL="285750" indent="-285750">
              <a:buFont typeface="Wingdings" panose="05000000000000000000" pitchFamily="2" charset="2"/>
              <a:buChar char="Ø"/>
            </a:pPr>
            <a:r>
              <a:rPr lang="en-US" b="1" dirty="0"/>
              <a:t> No single top winner.</a:t>
            </a:r>
            <a:r>
              <a:rPr lang="en-US" dirty="0"/>
              <a:t> The ratings are very close for all brands, so there’s almost no difference between the first and tenth. The competition is very strong.</a:t>
            </a:r>
          </a:p>
          <a:p>
            <a:pPr marL="285750" indent="-285750">
              <a:buFont typeface="Wingdings" panose="05000000000000000000" pitchFamily="2" charset="2"/>
              <a:buChar char="Ø"/>
            </a:pPr>
            <a:r>
              <a:rPr lang="en-US" b="1" dirty="0"/>
              <a:t>Small brands can do great.</a:t>
            </a:r>
            <a:r>
              <a:rPr lang="en-US" dirty="0"/>
              <a:t> These top brands aren’t all big names. This shows that even small brands can become popular if they offer good quality.</a:t>
            </a:r>
          </a:p>
          <a:p>
            <a:pPr marL="285750" indent="-285750">
              <a:buFont typeface="Wingdings" panose="05000000000000000000" pitchFamily="2" charset="2"/>
              <a:buChar char="Ø"/>
            </a:pPr>
            <a:r>
              <a:rPr lang="en-US" b="1" dirty="0"/>
              <a:t> Quality matters most.</a:t>
            </a:r>
            <a:r>
              <a:rPr lang="en-US" dirty="0"/>
              <a:t> To get such high ratings, these brands must give customers great quality every time. Even a few bad products would lower their score.</a:t>
            </a:r>
          </a:p>
          <a:p>
            <a:endParaRPr lang="en-IN" dirty="0"/>
          </a:p>
        </p:txBody>
      </p:sp>
      <p:pic>
        <p:nvPicPr>
          <p:cNvPr id="5" name="Picture 4">
            <a:extLst>
              <a:ext uri="{FF2B5EF4-FFF2-40B4-BE49-F238E27FC236}">
                <a16:creationId xmlns:a16="http://schemas.microsoft.com/office/drawing/2014/main" id="{4905331D-86D2-C249-7BF1-1F7738C349C2}"/>
              </a:ext>
            </a:extLst>
          </p:cNvPr>
          <p:cNvPicPr>
            <a:picLocks noChangeAspect="1"/>
          </p:cNvPicPr>
          <p:nvPr/>
        </p:nvPicPr>
        <p:blipFill>
          <a:blip r:embed="rId4"/>
          <a:stretch>
            <a:fillRect/>
          </a:stretch>
        </p:blipFill>
        <p:spPr>
          <a:xfrm>
            <a:off x="254696" y="1736447"/>
            <a:ext cx="6496833" cy="4686954"/>
          </a:xfrm>
          <a:prstGeom prst="rect">
            <a:avLst/>
          </a:prstGeom>
        </p:spPr>
      </p:pic>
    </p:spTree>
    <p:extLst>
      <p:ext uri="{BB962C8B-B14F-4D97-AF65-F5344CB8AC3E}">
        <p14:creationId xmlns:p14="http://schemas.microsoft.com/office/powerpoint/2010/main" val="2250616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BD1EB-A7D9-10B9-BBAD-E87A736603F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539A72F-140E-6406-D453-43593BD23A49}"/>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B2404E2A-A3D9-DC04-9888-9872AFB0F9E2}"/>
              </a:ext>
            </a:extLst>
          </p:cNvPr>
          <p:cNvSpPr txBox="1"/>
          <p:nvPr/>
        </p:nvSpPr>
        <p:spPr>
          <a:xfrm>
            <a:off x="89325" y="702671"/>
            <a:ext cx="11812044" cy="984885"/>
          </a:xfrm>
          <a:prstGeom prst="rect">
            <a:avLst/>
          </a:prstGeom>
          <a:noFill/>
        </p:spPr>
        <p:txBody>
          <a:bodyPr wrap="square" rtlCol="0">
            <a:spAutoFit/>
          </a:bodyPr>
          <a:lstStyle/>
          <a:p>
            <a:r>
              <a:rPr lang="en-US" sz="2000" b="1" dirty="0"/>
              <a:t>Do customers rate expensive clothes higher? Analyzes whether higher prices actually improve perceived quality.</a:t>
            </a:r>
          </a:p>
          <a:p>
            <a:endParaRPr lang="en-IN" dirty="0"/>
          </a:p>
        </p:txBody>
      </p:sp>
      <p:sp>
        <p:nvSpPr>
          <p:cNvPr id="6" name="TextBox 5">
            <a:extLst>
              <a:ext uri="{FF2B5EF4-FFF2-40B4-BE49-F238E27FC236}">
                <a16:creationId xmlns:a16="http://schemas.microsoft.com/office/drawing/2014/main" id="{F4D92AD2-CB06-D792-4F7C-BD00A3B23F79}"/>
              </a:ext>
            </a:extLst>
          </p:cNvPr>
          <p:cNvSpPr txBox="1"/>
          <p:nvPr/>
        </p:nvSpPr>
        <p:spPr>
          <a:xfrm>
            <a:off x="6463430" y="2179529"/>
            <a:ext cx="4922729" cy="4801314"/>
          </a:xfrm>
          <a:prstGeom prst="rect">
            <a:avLst/>
          </a:prstGeom>
          <a:noFill/>
        </p:spPr>
        <p:txBody>
          <a:bodyPr wrap="square" rtlCol="0">
            <a:spAutoFit/>
          </a:bodyPr>
          <a:lstStyle/>
          <a:p>
            <a:pPr marL="285750" indent="-285750">
              <a:buFont typeface="Wingdings" panose="05000000000000000000" pitchFamily="2" charset="2"/>
              <a:buChar char="Ø"/>
            </a:pPr>
            <a:r>
              <a:rPr lang="en-US" b="1" dirty="0"/>
              <a:t>Paying more doesn’t mean better quality.</a:t>
            </a:r>
            <a:r>
              <a:rPr lang="en-US" dirty="0"/>
              <a:t> The graph shows no clear link between price and rating. Both good and bad products exist at all price levels.</a:t>
            </a:r>
          </a:p>
          <a:p>
            <a:pPr marL="285750" indent="-285750">
              <a:buFont typeface="Wingdings" panose="05000000000000000000" pitchFamily="2" charset="2"/>
              <a:buChar char="Ø"/>
            </a:pPr>
            <a:r>
              <a:rPr lang="en-US" b="1" dirty="0"/>
              <a:t> Good quality can be cheap.</a:t>
            </a:r>
            <a:r>
              <a:rPr lang="en-US" dirty="0"/>
              <a:t> Many low-priced products have very high ratings. This proves that quality products don’t always cost a lot.</a:t>
            </a:r>
          </a:p>
          <a:p>
            <a:pPr marL="285750" indent="-285750">
              <a:buFont typeface="Wingdings" panose="05000000000000000000" pitchFamily="2" charset="2"/>
              <a:buChar char="Ø"/>
            </a:pPr>
            <a:r>
              <a:rPr lang="en-US" b="1" dirty="0"/>
              <a:t>Price doesn’t show quality.</a:t>
            </a:r>
            <a:r>
              <a:rPr lang="en-US" dirty="0"/>
              <a:t> Items with the same price can have very different ratings. This means price alone can’t tell you how good a product is.</a:t>
            </a:r>
          </a:p>
          <a:p>
            <a:pPr marL="285750" indent="-285750">
              <a:buFont typeface="Wingdings" panose="05000000000000000000" pitchFamily="2" charset="2"/>
              <a:buChar char="Ø"/>
            </a:pPr>
            <a:r>
              <a:rPr lang="en-US" b="1" dirty="0"/>
              <a:t>Most items cost between ₹200 and ₹400.</a:t>
            </a:r>
            <a:r>
              <a:rPr lang="en-US" dirty="0"/>
              <a:t> This is the most common price range, but even here, ratings vary a lot — some are great, some are not.</a:t>
            </a:r>
          </a:p>
          <a:p>
            <a:endParaRPr lang="en-IN" dirty="0"/>
          </a:p>
        </p:txBody>
      </p:sp>
      <p:sp>
        <p:nvSpPr>
          <p:cNvPr id="8" name="TextBox 7">
            <a:extLst>
              <a:ext uri="{FF2B5EF4-FFF2-40B4-BE49-F238E27FC236}">
                <a16:creationId xmlns:a16="http://schemas.microsoft.com/office/drawing/2014/main" id="{134B05F1-B95E-4589-3A3B-5E54BB2CC8E7}"/>
              </a:ext>
            </a:extLst>
          </p:cNvPr>
          <p:cNvSpPr txBox="1"/>
          <p:nvPr/>
        </p:nvSpPr>
        <p:spPr>
          <a:xfrm>
            <a:off x="6626268" y="1503123"/>
            <a:ext cx="3081403" cy="461665"/>
          </a:xfrm>
          <a:prstGeom prst="rect">
            <a:avLst/>
          </a:prstGeom>
          <a:noFill/>
        </p:spPr>
        <p:txBody>
          <a:bodyPr wrap="square" rtlCol="0">
            <a:spAutoFit/>
          </a:bodyPr>
          <a:lstStyle/>
          <a:p>
            <a:r>
              <a:rPr lang="en-US" sz="2400" b="1" dirty="0"/>
              <a:t>Insights</a:t>
            </a:r>
            <a:endParaRPr lang="en-IN" sz="2400" b="1" dirty="0"/>
          </a:p>
        </p:txBody>
      </p:sp>
      <p:pic>
        <p:nvPicPr>
          <p:cNvPr id="7" name="Picture 6">
            <a:extLst>
              <a:ext uri="{FF2B5EF4-FFF2-40B4-BE49-F238E27FC236}">
                <a16:creationId xmlns:a16="http://schemas.microsoft.com/office/drawing/2014/main" id="{0D816E5B-38FD-C4E5-7595-11EB038739CD}"/>
              </a:ext>
            </a:extLst>
          </p:cNvPr>
          <p:cNvPicPr>
            <a:picLocks noChangeAspect="1"/>
          </p:cNvPicPr>
          <p:nvPr/>
        </p:nvPicPr>
        <p:blipFill>
          <a:blip r:embed="rId3"/>
          <a:stretch>
            <a:fillRect/>
          </a:stretch>
        </p:blipFill>
        <p:spPr>
          <a:xfrm>
            <a:off x="217981" y="1904384"/>
            <a:ext cx="6082611" cy="4446312"/>
          </a:xfrm>
          <a:prstGeom prst="rect">
            <a:avLst/>
          </a:prstGeom>
        </p:spPr>
      </p:pic>
    </p:spTree>
    <p:extLst>
      <p:ext uri="{BB962C8B-B14F-4D97-AF65-F5344CB8AC3E}">
        <p14:creationId xmlns:p14="http://schemas.microsoft.com/office/powerpoint/2010/main" val="28089825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48079-B5E6-00C5-2615-DE02C6222B2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7895DE0-6CA6-6EE1-90E7-521AA17D1F0A}"/>
              </a:ext>
            </a:extLst>
          </p:cNvPr>
          <p:cNvPicPr>
            <a:picLocks noChangeAspect="1"/>
          </p:cNvPicPr>
          <p:nvPr/>
        </p:nvPicPr>
        <p:blipFill>
          <a:blip r:embed="rId2"/>
          <a:stretch>
            <a:fillRect/>
          </a:stretch>
        </p:blipFill>
        <p:spPr>
          <a:xfrm>
            <a:off x="0" y="0"/>
            <a:ext cx="2857899" cy="485843"/>
          </a:xfrm>
          <a:prstGeom prst="rect">
            <a:avLst/>
          </a:prstGeom>
        </p:spPr>
      </p:pic>
      <p:sp>
        <p:nvSpPr>
          <p:cNvPr id="3" name="TextBox 2">
            <a:extLst>
              <a:ext uri="{FF2B5EF4-FFF2-40B4-BE49-F238E27FC236}">
                <a16:creationId xmlns:a16="http://schemas.microsoft.com/office/drawing/2014/main" id="{6CB73A1F-4479-BC1F-EC45-369E578ADB4F}"/>
              </a:ext>
            </a:extLst>
          </p:cNvPr>
          <p:cNvSpPr txBox="1"/>
          <p:nvPr/>
        </p:nvSpPr>
        <p:spPr>
          <a:xfrm>
            <a:off x="0" y="776614"/>
            <a:ext cx="12192000" cy="1107996"/>
          </a:xfrm>
          <a:prstGeom prst="rect">
            <a:avLst/>
          </a:prstGeom>
          <a:noFill/>
        </p:spPr>
        <p:txBody>
          <a:bodyPr wrap="square" rtlCol="0">
            <a:spAutoFit/>
          </a:bodyPr>
          <a:lstStyle/>
          <a:p>
            <a:r>
              <a:rPr lang="en-US" sz="2400" b="1" dirty="0"/>
              <a:t>Does increasing discount percentage always lead to higher </a:t>
            </a:r>
            <a:r>
              <a:rPr lang="en-US" sz="2400" b="1" dirty="0" err="1"/>
              <a:t>ratings,or</a:t>
            </a:r>
            <a:r>
              <a:rPr lang="en-US" sz="2400" b="1" dirty="0"/>
              <a:t> is there an optimal range that maximizes satisfaction?</a:t>
            </a:r>
          </a:p>
          <a:p>
            <a:endParaRPr lang="en-IN" dirty="0"/>
          </a:p>
        </p:txBody>
      </p:sp>
      <p:sp>
        <p:nvSpPr>
          <p:cNvPr id="6" name="TextBox 5">
            <a:extLst>
              <a:ext uri="{FF2B5EF4-FFF2-40B4-BE49-F238E27FC236}">
                <a16:creationId xmlns:a16="http://schemas.microsoft.com/office/drawing/2014/main" id="{3C9E2D5E-5CBB-D2D8-0473-3F5E4CA3E386}"/>
              </a:ext>
            </a:extLst>
          </p:cNvPr>
          <p:cNvSpPr txBox="1"/>
          <p:nvPr/>
        </p:nvSpPr>
        <p:spPr>
          <a:xfrm>
            <a:off x="6538586" y="1590805"/>
            <a:ext cx="2342367" cy="523220"/>
          </a:xfrm>
          <a:prstGeom prst="rect">
            <a:avLst/>
          </a:prstGeom>
          <a:noFill/>
        </p:spPr>
        <p:txBody>
          <a:bodyPr wrap="square" rtlCol="0">
            <a:spAutoFit/>
          </a:bodyPr>
          <a:lstStyle/>
          <a:p>
            <a:r>
              <a:rPr lang="en-US" sz="2800" b="1" dirty="0"/>
              <a:t>Insights:</a:t>
            </a:r>
            <a:endParaRPr lang="en-IN" sz="2800" b="1" dirty="0"/>
          </a:p>
        </p:txBody>
      </p:sp>
      <p:sp>
        <p:nvSpPr>
          <p:cNvPr id="7" name="TextBox 6">
            <a:extLst>
              <a:ext uri="{FF2B5EF4-FFF2-40B4-BE49-F238E27FC236}">
                <a16:creationId xmlns:a16="http://schemas.microsoft.com/office/drawing/2014/main" id="{0B98F3A5-798D-F158-5730-78963BAD9F8D}"/>
              </a:ext>
            </a:extLst>
          </p:cNvPr>
          <p:cNvSpPr txBox="1"/>
          <p:nvPr/>
        </p:nvSpPr>
        <p:spPr>
          <a:xfrm>
            <a:off x="6407618" y="2343440"/>
            <a:ext cx="5472482" cy="3970318"/>
          </a:xfrm>
          <a:prstGeom prst="rect">
            <a:avLst/>
          </a:prstGeom>
          <a:noFill/>
        </p:spPr>
        <p:txBody>
          <a:bodyPr wrap="square" rtlCol="0">
            <a:spAutoFit/>
          </a:bodyPr>
          <a:lstStyle/>
          <a:p>
            <a:pPr marL="285750" indent="-285750">
              <a:buFont typeface="Wingdings" panose="05000000000000000000" pitchFamily="2" charset="2"/>
              <a:buChar char="Ø"/>
            </a:pPr>
            <a:r>
              <a:rPr lang="en-US" b="1" dirty="0"/>
              <a:t> Big discounts don’t always mean happy customers.</a:t>
            </a:r>
            <a:r>
              <a:rPr lang="en-US" dirty="0"/>
              <a:t> Products with small discounts can still have high ratings, while big discounts don’t always make people satisfied.</a:t>
            </a:r>
          </a:p>
          <a:p>
            <a:pPr marL="285750" indent="-285750">
              <a:buFont typeface="Wingdings" panose="05000000000000000000" pitchFamily="2" charset="2"/>
              <a:buChar char="Ø"/>
            </a:pPr>
            <a:r>
              <a:rPr lang="en-US" b="1" dirty="0"/>
              <a:t>Customer response is hard to predict.</a:t>
            </a:r>
            <a:r>
              <a:rPr lang="en-US" dirty="0"/>
              <a:t> Even a small change in discount can make ratings go up or down a lot.</a:t>
            </a:r>
          </a:p>
          <a:p>
            <a:pPr marL="285750" indent="-285750">
              <a:buFont typeface="Wingdings" panose="05000000000000000000" pitchFamily="2" charset="2"/>
              <a:buChar char="Ø"/>
            </a:pPr>
            <a:r>
              <a:rPr lang="en-US" b="1" dirty="0"/>
              <a:t>Some discount levels work better.</a:t>
            </a:r>
            <a:r>
              <a:rPr lang="en-US" dirty="0"/>
              <a:t> Discounts around 22%, 35%, or 52% seem to make customers happier and get better ratings.</a:t>
            </a:r>
          </a:p>
          <a:p>
            <a:pPr marL="285750" indent="-285750">
              <a:buFont typeface="Wingdings" panose="05000000000000000000" pitchFamily="2" charset="2"/>
              <a:buChar char="Ø"/>
            </a:pPr>
            <a:r>
              <a:rPr lang="en-US" b="1" dirty="0"/>
              <a:t>Very high discounts can reduce trust.</a:t>
            </a:r>
            <a:r>
              <a:rPr lang="en-US" dirty="0"/>
              <a:t> Huge discounts, like 25–30% or 60–80%, can make customers doubt the product’s quality.</a:t>
            </a:r>
          </a:p>
          <a:p>
            <a:endParaRPr lang="en-IN" dirty="0"/>
          </a:p>
        </p:txBody>
      </p:sp>
      <p:pic>
        <p:nvPicPr>
          <p:cNvPr id="5" name="Picture 4">
            <a:extLst>
              <a:ext uri="{FF2B5EF4-FFF2-40B4-BE49-F238E27FC236}">
                <a16:creationId xmlns:a16="http://schemas.microsoft.com/office/drawing/2014/main" id="{1BDD02F0-C9FB-D620-8223-16876EB0478C}"/>
              </a:ext>
            </a:extLst>
          </p:cNvPr>
          <p:cNvPicPr>
            <a:picLocks noChangeAspect="1"/>
          </p:cNvPicPr>
          <p:nvPr/>
        </p:nvPicPr>
        <p:blipFill>
          <a:blip r:embed="rId3"/>
          <a:stretch>
            <a:fillRect/>
          </a:stretch>
        </p:blipFill>
        <p:spPr>
          <a:xfrm>
            <a:off x="219462" y="1852415"/>
            <a:ext cx="6188156" cy="4677428"/>
          </a:xfrm>
          <a:prstGeom prst="rect">
            <a:avLst/>
          </a:prstGeom>
        </p:spPr>
      </p:pic>
    </p:spTree>
    <p:extLst>
      <p:ext uri="{BB962C8B-B14F-4D97-AF65-F5344CB8AC3E}">
        <p14:creationId xmlns:p14="http://schemas.microsoft.com/office/powerpoint/2010/main" val="23286292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7F720-D10C-0605-45CD-3BC90CD51D8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F52D944-E2D6-3B01-D534-DE8F29F6DFC0}"/>
              </a:ext>
            </a:extLst>
          </p:cNvPr>
          <p:cNvPicPr>
            <a:picLocks noChangeAspect="1"/>
          </p:cNvPicPr>
          <p:nvPr/>
        </p:nvPicPr>
        <p:blipFill>
          <a:blip r:embed="rId2"/>
          <a:stretch>
            <a:fillRect/>
          </a:stretch>
        </p:blipFill>
        <p:spPr>
          <a:xfrm>
            <a:off x="0" y="0"/>
            <a:ext cx="2857899" cy="485843"/>
          </a:xfrm>
          <a:prstGeom prst="rect">
            <a:avLst/>
          </a:prstGeom>
        </p:spPr>
      </p:pic>
      <p:sp>
        <p:nvSpPr>
          <p:cNvPr id="5" name="TextBox 4">
            <a:extLst>
              <a:ext uri="{FF2B5EF4-FFF2-40B4-BE49-F238E27FC236}">
                <a16:creationId xmlns:a16="http://schemas.microsoft.com/office/drawing/2014/main" id="{FA2FEE59-5806-42E7-FEA7-81A41BFE1DCB}"/>
              </a:ext>
            </a:extLst>
          </p:cNvPr>
          <p:cNvSpPr txBox="1"/>
          <p:nvPr/>
        </p:nvSpPr>
        <p:spPr>
          <a:xfrm>
            <a:off x="275573" y="670806"/>
            <a:ext cx="11686783" cy="1261884"/>
          </a:xfrm>
          <a:prstGeom prst="rect">
            <a:avLst/>
          </a:prstGeom>
          <a:noFill/>
        </p:spPr>
        <p:txBody>
          <a:bodyPr wrap="square" rtlCol="0">
            <a:spAutoFit/>
          </a:bodyPr>
          <a:lstStyle/>
          <a:p>
            <a:r>
              <a:rPr lang="en-US" sz="2000" b="1" dirty="0"/>
              <a:t>Which brands give the biggest average discounts while keeping product appeal high?</a:t>
            </a:r>
          </a:p>
          <a:p>
            <a:r>
              <a:rPr lang="en-US" sz="2000" b="1" dirty="0"/>
              <a:t>Selection deleted</a:t>
            </a:r>
          </a:p>
          <a:p>
            <a:br>
              <a:rPr lang="en-US" dirty="0"/>
            </a:br>
            <a:endParaRPr lang="en-IN" dirty="0"/>
          </a:p>
        </p:txBody>
      </p:sp>
      <p:sp>
        <p:nvSpPr>
          <p:cNvPr id="6" name="TextBox 5">
            <a:extLst>
              <a:ext uri="{FF2B5EF4-FFF2-40B4-BE49-F238E27FC236}">
                <a16:creationId xmlns:a16="http://schemas.microsoft.com/office/drawing/2014/main" id="{0E362F20-8192-E4FC-9EF1-BE0620CCE9C1}"/>
              </a:ext>
            </a:extLst>
          </p:cNvPr>
          <p:cNvSpPr txBox="1"/>
          <p:nvPr/>
        </p:nvSpPr>
        <p:spPr>
          <a:xfrm>
            <a:off x="7214992" y="1828800"/>
            <a:ext cx="2843408" cy="461665"/>
          </a:xfrm>
          <a:prstGeom prst="rect">
            <a:avLst/>
          </a:prstGeom>
          <a:noFill/>
        </p:spPr>
        <p:txBody>
          <a:bodyPr wrap="square" rtlCol="0">
            <a:spAutoFit/>
          </a:bodyPr>
          <a:lstStyle/>
          <a:p>
            <a:r>
              <a:rPr lang="en-US" sz="2400" b="1" dirty="0"/>
              <a:t>Insights</a:t>
            </a:r>
            <a:r>
              <a:rPr lang="en-US" dirty="0"/>
              <a:t>:</a:t>
            </a:r>
            <a:endParaRPr lang="en-IN" dirty="0"/>
          </a:p>
        </p:txBody>
      </p:sp>
      <p:sp>
        <p:nvSpPr>
          <p:cNvPr id="7" name="TextBox 6">
            <a:extLst>
              <a:ext uri="{FF2B5EF4-FFF2-40B4-BE49-F238E27FC236}">
                <a16:creationId xmlns:a16="http://schemas.microsoft.com/office/drawing/2014/main" id="{C2CB040B-6CA5-0056-A327-DC4C18F7359C}"/>
              </a:ext>
            </a:extLst>
          </p:cNvPr>
          <p:cNvSpPr txBox="1"/>
          <p:nvPr/>
        </p:nvSpPr>
        <p:spPr>
          <a:xfrm>
            <a:off x="6764055" y="2467627"/>
            <a:ext cx="5238089" cy="3970318"/>
          </a:xfrm>
          <a:prstGeom prst="rect">
            <a:avLst/>
          </a:prstGeom>
          <a:noFill/>
        </p:spPr>
        <p:txBody>
          <a:bodyPr wrap="square" rtlCol="0">
            <a:spAutoFit/>
          </a:bodyPr>
          <a:lstStyle/>
          <a:p>
            <a:pPr marL="285750" indent="-285750">
              <a:buFont typeface="Wingdings" panose="05000000000000000000" pitchFamily="2" charset="2"/>
              <a:buChar char="Ø"/>
            </a:pPr>
            <a:r>
              <a:rPr lang="en-US" b="1" dirty="0"/>
              <a:t> Some brands give very big discounts.</a:t>
            </a:r>
            <a:r>
              <a:rPr lang="en-US" dirty="0"/>
              <a:t> Top brands like </a:t>
            </a:r>
            <a:r>
              <a:rPr lang="en-US" b="1" dirty="0"/>
              <a:t>LEERUKA</a:t>
            </a:r>
            <a:r>
              <a:rPr lang="en-US" dirty="0"/>
              <a:t>, </a:t>
            </a:r>
            <a:r>
              <a:rPr lang="en-US" b="1" dirty="0"/>
              <a:t>ASHRU</a:t>
            </a:r>
            <a:r>
              <a:rPr lang="en-US" dirty="0"/>
              <a:t>, and </a:t>
            </a:r>
            <a:r>
              <a:rPr lang="en-US" b="1" dirty="0"/>
              <a:t>AARADHYA</a:t>
            </a:r>
            <a:r>
              <a:rPr lang="en-US" dirty="0"/>
              <a:t> use large discounts to attract customers.</a:t>
            </a:r>
          </a:p>
          <a:p>
            <a:pPr marL="285750" indent="-285750">
              <a:buFont typeface="Wingdings" panose="05000000000000000000" pitchFamily="2" charset="2"/>
              <a:buChar char="Ø"/>
            </a:pPr>
            <a:r>
              <a:rPr lang="en-US" b="1" dirty="0"/>
              <a:t> Brands follow different discount plans.</a:t>
            </a:r>
            <a:r>
              <a:rPr lang="en-US" dirty="0"/>
              <a:t> There are clear groups — some give very high discounts, some give medium ones, and others give smaller but still good offers. Each brand uses its own strategy.</a:t>
            </a:r>
          </a:p>
          <a:p>
            <a:pPr marL="285750" indent="-285750">
              <a:buFont typeface="Wingdings" panose="05000000000000000000" pitchFamily="2" charset="2"/>
              <a:buChar char="Ø"/>
            </a:pPr>
            <a:r>
              <a:rPr lang="en-US" b="1" dirty="0"/>
              <a:t>Most brands sell fashion items.</a:t>
            </a:r>
            <a:r>
              <a:rPr lang="en-US" dirty="0"/>
              <a:t> These names show that they belong to the clothing and fashion market, where big discounts are common because of strong competition and seasonal sales.</a:t>
            </a:r>
          </a:p>
        </p:txBody>
      </p:sp>
      <p:pic>
        <p:nvPicPr>
          <p:cNvPr id="4" name="Picture 3">
            <a:extLst>
              <a:ext uri="{FF2B5EF4-FFF2-40B4-BE49-F238E27FC236}">
                <a16:creationId xmlns:a16="http://schemas.microsoft.com/office/drawing/2014/main" id="{2521D580-4EB3-07D3-4EE8-9AEF4F1D2E6F}"/>
              </a:ext>
            </a:extLst>
          </p:cNvPr>
          <p:cNvPicPr>
            <a:picLocks noChangeAspect="1"/>
          </p:cNvPicPr>
          <p:nvPr/>
        </p:nvPicPr>
        <p:blipFill>
          <a:blip r:embed="rId3"/>
          <a:stretch>
            <a:fillRect/>
          </a:stretch>
        </p:blipFill>
        <p:spPr>
          <a:xfrm>
            <a:off x="143257" y="1608799"/>
            <a:ext cx="6219966" cy="4867954"/>
          </a:xfrm>
          <a:prstGeom prst="rect">
            <a:avLst/>
          </a:prstGeom>
        </p:spPr>
      </p:pic>
    </p:spTree>
    <p:extLst>
      <p:ext uri="{BB962C8B-B14F-4D97-AF65-F5344CB8AC3E}">
        <p14:creationId xmlns:p14="http://schemas.microsoft.com/office/powerpoint/2010/main" val="40352421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51E1A-2FD3-60E8-9FF5-737F28AA8B9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B89859F-0228-21D6-8E0A-F65DBFD67F9C}"/>
              </a:ext>
            </a:extLst>
          </p:cNvPr>
          <p:cNvPicPr>
            <a:picLocks noChangeAspect="1"/>
          </p:cNvPicPr>
          <p:nvPr/>
        </p:nvPicPr>
        <p:blipFill>
          <a:blip r:embed="rId3"/>
          <a:stretch>
            <a:fillRect/>
          </a:stretch>
        </p:blipFill>
        <p:spPr>
          <a:xfrm>
            <a:off x="0" y="0"/>
            <a:ext cx="2857899" cy="485843"/>
          </a:xfrm>
          <a:prstGeom prst="rect">
            <a:avLst/>
          </a:prstGeom>
        </p:spPr>
      </p:pic>
      <p:sp>
        <p:nvSpPr>
          <p:cNvPr id="5" name="TextBox 4">
            <a:extLst>
              <a:ext uri="{FF2B5EF4-FFF2-40B4-BE49-F238E27FC236}">
                <a16:creationId xmlns:a16="http://schemas.microsoft.com/office/drawing/2014/main" id="{1A5E27A5-0332-76CE-635E-1BB26D0030EB}"/>
              </a:ext>
            </a:extLst>
          </p:cNvPr>
          <p:cNvSpPr txBox="1"/>
          <p:nvPr/>
        </p:nvSpPr>
        <p:spPr>
          <a:xfrm>
            <a:off x="95583" y="653524"/>
            <a:ext cx="11791617" cy="1200329"/>
          </a:xfrm>
          <a:prstGeom prst="rect">
            <a:avLst/>
          </a:prstGeom>
          <a:noFill/>
        </p:spPr>
        <p:txBody>
          <a:bodyPr wrap="square" rtlCol="0">
            <a:spAutoFit/>
          </a:bodyPr>
          <a:lstStyle/>
          <a:p>
            <a:r>
              <a:rPr lang="en-US" b="1" dirty="0"/>
              <a:t>How do numeric factors influence one another? Identifies hidden drivers of satisfaction and value perception.</a:t>
            </a:r>
          </a:p>
          <a:p>
            <a:r>
              <a:rPr lang="en-US" b="1" dirty="0"/>
              <a:t>Selection deleted</a:t>
            </a:r>
          </a:p>
          <a:p>
            <a:br>
              <a:rPr lang="en-US" dirty="0"/>
            </a:br>
            <a:endParaRPr lang="en-IN" dirty="0"/>
          </a:p>
        </p:txBody>
      </p:sp>
      <p:sp>
        <p:nvSpPr>
          <p:cNvPr id="6" name="TextBox 5">
            <a:extLst>
              <a:ext uri="{FF2B5EF4-FFF2-40B4-BE49-F238E27FC236}">
                <a16:creationId xmlns:a16="http://schemas.microsoft.com/office/drawing/2014/main" id="{298B29D2-E40A-9324-933B-20E1D76BA66D}"/>
              </a:ext>
            </a:extLst>
          </p:cNvPr>
          <p:cNvSpPr txBox="1"/>
          <p:nvPr/>
        </p:nvSpPr>
        <p:spPr>
          <a:xfrm>
            <a:off x="6789107" y="1665962"/>
            <a:ext cx="2592888" cy="461665"/>
          </a:xfrm>
          <a:prstGeom prst="rect">
            <a:avLst/>
          </a:prstGeom>
          <a:noFill/>
        </p:spPr>
        <p:txBody>
          <a:bodyPr wrap="square" rtlCol="0">
            <a:spAutoFit/>
          </a:bodyPr>
          <a:lstStyle/>
          <a:p>
            <a:r>
              <a:rPr lang="en-US" sz="2400" b="1" dirty="0"/>
              <a:t>Insights:</a:t>
            </a:r>
            <a:endParaRPr lang="en-IN" sz="2400" b="1" dirty="0"/>
          </a:p>
        </p:txBody>
      </p:sp>
      <p:sp>
        <p:nvSpPr>
          <p:cNvPr id="7" name="TextBox 6">
            <a:extLst>
              <a:ext uri="{FF2B5EF4-FFF2-40B4-BE49-F238E27FC236}">
                <a16:creationId xmlns:a16="http://schemas.microsoft.com/office/drawing/2014/main" id="{6663F0AA-0DFB-D14F-C53E-278A4D6BF9AC}"/>
              </a:ext>
            </a:extLst>
          </p:cNvPr>
          <p:cNvSpPr txBox="1"/>
          <p:nvPr/>
        </p:nvSpPr>
        <p:spPr>
          <a:xfrm>
            <a:off x="6463205" y="2127627"/>
            <a:ext cx="5423995" cy="5078313"/>
          </a:xfrm>
          <a:prstGeom prst="rect">
            <a:avLst/>
          </a:prstGeom>
          <a:noFill/>
        </p:spPr>
        <p:txBody>
          <a:bodyPr wrap="square" rtlCol="0">
            <a:spAutoFit/>
          </a:bodyPr>
          <a:lstStyle/>
          <a:p>
            <a:pPr marL="285750" indent="-285750">
              <a:buFont typeface="Wingdings" panose="05000000000000000000" pitchFamily="2" charset="2"/>
              <a:buChar char="Ø"/>
            </a:pPr>
            <a:r>
              <a:rPr lang="en-US" b="1" dirty="0"/>
              <a:t>Product quality matters more than price.</a:t>
            </a:r>
            <a:r>
              <a:rPr lang="en-US" dirty="0"/>
              <a:t> Customer ratings don’t depend on price or discount. People judge a product by how good it is, not by how much it costs or how big the offer is.</a:t>
            </a:r>
          </a:p>
          <a:p>
            <a:pPr marL="285750" indent="-285750">
              <a:buFont typeface="Wingdings" panose="05000000000000000000" pitchFamily="2" charset="2"/>
              <a:buChar char="Ø"/>
            </a:pPr>
            <a:r>
              <a:rPr lang="en-US" b="1" dirty="0"/>
              <a:t>Big discounts come from high original prices.</a:t>
            </a:r>
            <a:r>
              <a:rPr lang="en-US" dirty="0"/>
              <a:t> A strong link (0.96) shows that large discount amounts usually mean the product was expensive before the discount.</a:t>
            </a:r>
          </a:p>
          <a:p>
            <a:pPr marL="285750" indent="-285750">
              <a:buFont typeface="Wingdings" panose="05000000000000000000" pitchFamily="2" charset="2"/>
              <a:buChar char="Ø"/>
            </a:pPr>
            <a:r>
              <a:rPr lang="en-US" b="1" dirty="0"/>
              <a:t>Costly items often get higher discount percentages.</a:t>
            </a:r>
            <a:r>
              <a:rPr lang="en-US" dirty="0"/>
              <a:t> There’s a clear connection (0.54) showing that brands give bigger percentage discounts on expensive items to make them look like better deals.</a:t>
            </a:r>
          </a:p>
          <a:p>
            <a:pPr marL="285750" indent="-285750">
              <a:buFont typeface="Wingdings" panose="05000000000000000000" pitchFamily="2" charset="2"/>
              <a:buChar char="Ø"/>
            </a:pPr>
            <a:r>
              <a:rPr lang="en-US" b="1" dirty="0"/>
              <a:t>Discounts cut prices, not complaints.</a:t>
            </a:r>
            <a:r>
              <a:rPr lang="en-US" dirty="0"/>
              <a:t> A negative link (-0.5) shows that bigger discounts make prices lower, but they don’t make customers any happier. Satisfaction still depends on product quality.</a:t>
            </a:r>
          </a:p>
          <a:p>
            <a:endParaRPr lang="en-IN" dirty="0"/>
          </a:p>
        </p:txBody>
      </p:sp>
      <p:pic>
        <p:nvPicPr>
          <p:cNvPr id="4" name="Picture 3">
            <a:extLst>
              <a:ext uri="{FF2B5EF4-FFF2-40B4-BE49-F238E27FC236}">
                <a16:creationId xmlns:a16="http://schemas.microsoft.com/office/drawing/2014/main" id="{96E60DE3-B85B-B36C-3F35-2DCBBE7A731F}"/>
              </a:ext>
            </a:extLst>
          </p:cNvPr>
          <p:cNvPicPr>
            <a:picLocks noChangeAspect="1"/>
          </p:cNvPicPr>
          <p:nvPr/>
        </p:nvPicPr>
        <p:blipFill>
          <a:blip r:embed="rId4"/>
          <a:stretch>
            <a:fillRect/>
          </a:stretch>
        </p:blipFill>
        <p:spPr>
          <a:xfrm>
            <a:off x="179315" y="1401058"/>
            <a:ext cx="6030167" cy="5212685"/>
          </a:xfrm>
          <a:prstGeom prst="rect">
            <a:avLst/>
          </a:prstGeom>
        </p:spPr>
      </p:pic>
    </p:spTree>
    <p:extLst>
      <p:ext uri="{BB962C8B-B14F-4D97-AF65-F5344CB8AC3E}">
        <p14:creationId xmlns:p14="http://schemas.microsoft.com/office/powerpoint/2010/main" val="23133395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A4216-C875-C84E-EB03-FF98C7EA16B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A3F5A84-326D-4E4C-06C4-BA17C98E6EA5}"/>
              </a:ext>
            </a:extLst>
          </p:cNvPr>
          <p:cNvPicPr>
            <a:picLocks noChangeAspect="1"/>
          </p:cNvPicPr>
          <p:nvPr/>
        </p:nvPicPr>
        <p:blipFill>
          <a:blip r:embed="rId2"/>
          <a:stretch>
            <a:fillRect/>
          </a:stretch>
        </p:blipFill>
        <p:spPr>
          <a:xfrm>
            <a:off x="0" y="0"/>
            <a:ext cx="2857899" cy="485843"/>
          </a:xfrm>
          <a:prstGeom prst="rect">
            <a:avLst/>
          </a:prstGeom>
        </p:spPr>
      </p:pic>
      <p:sp>
        <p:nvSpPr>
          <p:cNvPr id="5" name="TextBox 4">
            <a:extLst>
              <a:ext uri="{FF2B5EF4-FFF2-40B4-BE49-F238E27FC236}">
                <a16:creationId xmlns:a16="http://schemas.microsoft.com/office/drawing/2014/main" id="{E609CA10-7D87-997A-2A34-5834419C306B}"/>
              </a:ext>
            </a:extLst>
          </p:cNvPr>
          <p:cNvSpPr txBox="1"/>
          <p:nvPr/>
        </p:nvSpPr>
        <p:spPr>
          <a:xfrm>
            <a:off x="250521" y="1002082"/>
            <a:ext cx="11774465" cy="1107996"/>
          </a:xfrm>
          <a:prstGeom prst="rect">
            <a:avLst/>
          </a:prstGeom>
          <a:noFill/>
        </p:spPr>
        <p:txBody>
          <a:bodyPr wrap="square" rtlCol="0">
            <a:spAutoFit/>
          </a:bodyPr>
          <a:lstStyle/>
          <a:p>
            <a:r>
              <a:rPr lang="en-US" sz="2400" b="1" dirty="0"/>
              <a:t>Which product types combine good pricing and customer </a:t>
            </a:r>
            <a:r>
              <a:rPr lang="en-US" sz="2400" b="1" dirty="0" err="1"/>
              <a:t>Satisfaction,Making</a:t>
            </a:r>
            <a:r>
              <a:rPr lang="en-US" sz="2400" b="1" dirty="0"/>
              <a:t> them most profitable to focus on?</a:t>
            </a:r>
          </a:p>
          <a:p>
            <a:endParaRPr lang="en-IN" dirty="0"/>
          </a:p>
        </p:txBody>
      </p:sp>
      <p:sp>
        <p:nvSpPr>
          <p:cNvPr id="6" name="TextBox 5">
            <a:extLst>
              <a:ext uri="{FF2B5EF4-FFF2-40B4-BE49-F238E27FC236}">
                <a16:creationId xmlns:a16="http://schemas.microsoft.com/office/drawing/2014/main" id="{3FBA83DE-A0DC-940A-1476-B06AC32087B3}"/>
              </a:ext>
            </a:extLst>
          </p:cNvPr>
          <p:cNvSpPr txBox="1"/>
          <p:nvPr/>
        </p:nvSpPr>
        <p:spPr>
          <a:xfrm>
            <a:off x="6446730" y="1590806"/>
            <a:ext cx="2947792" cy="461665"/>
          </a:xfrm>
          <a:prstGeom prst="rect">
            <a:avLst/>
          </a:prstGeom>
          <a:noFill/>
        </p:spPr>
        <p:txBody>
          <a:bodyPr wrap="square" rtlCol="0">
            <a:spAutoFit/>
          </a:bodyPr>
          <a:lstStyle/>
          <a:p>
            <a:r>
              <a:rPr lang="en-US" sz="2400" b="1" dirty="0"/>
              <a:t>Insights:</a:t>
            </a:r>
            <a:endParaRPr lang="en-IN" sz="2400" b="1" dirty="0"/>
          </a:p>
        </p:txBody>
      </p:sp>
      <p:sp>
        <p:nvSpPr>
          <p:cNvPr id="7" name="TextBox 6">
            <a:extLst>
              <a:ext uri="{FF2B5EF4-FFF2-40B4-BE49-F238E27FC236}">
                <a16:creationId xmlns:a16="http://schemas.microsoft.com/office/drawing/2014/main" id="{470BF8D0-3333-D815-725F-0B9EBCAE8DF8}"/>
              </a:ext>
            </a:extLst>
          </p:cNvPr>
          <p:cNvSpPr txBox="1"/>
          <p:nvPr/>
        </p:nvSpPr>
        <p:spPr>
          <a:xfrm>
            <a:off x="6363223" y="2052471"/>
            <a:ext cx="5311036" cy="5109091"/>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t> </a:t>
            </a:r>
            <a:r>
              <a:rPr lang="en-US" b="1" dirty="0"/>
              <a:t>Specific Products Make the Most Profit:</a:t>
            </a:r>
            <a:r>
              <a:rPr lang="en-US" dirty="0"/>
              <a:t> Highly detailed items, like “Women Printed Viscose Rayon Anarkali Kurta,” earn more than generic products.</a:t>
            </a:r>
          </a:p>
          <a:p>
            <a:pPr marL="285750" indent="-285750">
              <a:buFont typeface="Wingdings" panose="05000000000000000000" pitchFamily="2" charset="2"/>
              <a:buChar char="Ø"/>
            </a:pPr>
            <a:r>
              <a:rPr lang="en-US" b="1" dirty="0"/>
              <a:t>Two Markets Drive Revenue:</a:t>
            </a:r>
            <a:r>
              <a:rPr lang="en-US" dirty="0"/>
              <a:t> Women’s ethnic wear (Anarkali Kurtas) and children’s casual wear (T-shirts, shorts, track pants) dominate sales.</a:t>
            </a:r>
          </a:p>
          <a:p>
            <a:pPr marL="285750" indent="-285750">
              <a:buFont typeface="Wingdings" panose="05000000000000000000" pitchFamily="2" charset="2"/>
              <a:buChar char="Ø"/>
            </a:pPr>
            <a:r>
              <a:rPr lang="en-US" b="1" dirty="0"/>
              <a:t>DIY Fashion is Profitable:</a:t>
            </a:r>
            <a:r>
              <a:rPr lang="en-US" dirty="0"/>
              <a:t> Unstitched fabrics for custom tailoring show strong demand, creating a separate revenue stream.</a:t>
            </a:r>
          </a:p>
          <a:p>
            <a:pPr marL="285750" indent="-285750">
              <a:buFont typeface="Wingdings" panose="05000000000000000000" pitchFamily="2" charset="2"/>
              <a:buChar char="Ø"/>
            </a:pPr>
            <a:r>
              <a:rPr lang="en-US" b="1" dirty="0"/>
              <a:t>Revenue = Price × Ratings:</a:t>
            </a:r>
            <a:r>
              <a:rPr lang="en-US" dirty="0"/>
              <a:t> Top products are priced well and loved by customers, avoiding cheap low-profit or expensive low-rated items.</a:t>
            </a:r>
          </a:p>
          <a:p>
            <a:pPr marL="285750" indent="-285750">
              <a:buFont typeface="Wingdings" panose="05000000000000000000" pitchFamily="2" charset="2"/>
              <a:buChar char="Ø"/>
            </a:pPr>
            <a:r>
              <a:rPr lang="en-US" b="1" dirty="0"/>
              <a:t>Strategic Focus for Growth:</a:t>
            </a:r>
            <a:r>
              <a:rPr lang="en-US" dirty="0"/>
              <a:t> Expand Anarkali Kurtas, children’s casual wear, and unstitched fabric lines to maximize profit and customer satisfaction.</a:t>
            </a:r>
          </a:p>
          <a:p>
            <a:pPr marL="342900" indent="-342900">
              <a:buFont typeface="Wingdings" panose="05000000000000000000" pitchFamily="2" charset="2"/>
              <a:buChar char="Ø"/>
            </a:pPr>
            <a:endParaRPr lang="en-IN" dirty="0"/>
          </a:p>
        </p:txBody>
      </p:sp>
      <p:pic>
        <p:nvPicPr>
          <p:cNvPr id="4" name="Picture 3">
            <a:extLst>
              <a:ext uri="{FF2B5EF4-FFF2-40B4-BE49-F238E27FC236}">
                <a16:creationId xmlns:a16="http://schemas.microsoft.com/office/drawing/2014/main" id="{427CB6A6-F05E-746A-E088-903F472BA46D}"/>
              </a:ext>
            </a:extLst>
          </p:cNvPr>
          <p:cNvPicPr>
            <a:picLocks noChangeAspect="1"/>
          </p:cNvPicPr>
          <p:nvPr/>
        </p:nvPicPr>
        <p:blipFill>
          <a:blip r:embed="rId3"/>
          <a:stretch>
            <a:fillRect/>
          </a:stretch>
        </p:blipFill>
        <p:spPr>
          <a:xfrm>
            <a:off x="167015" y="1841325"/>
            <a:ext cx="6196208" cy="4872489"/>
          </a:xfrm>
          <a:prstGeom prst="rect">
            <a:avLst/>
          </a:prstGeom>
        </p:spPr>
      </p:pic>
    </p:spTree>
    <p:extLst>
      <p:ext uri="{BB962C8B-B14F-4D97-AF65-F5344CB8AC3E}">
        <p14:creationId xmlns:p14="http://schemas.microsoft.com/office/powerpoint/2010/main" val="28308334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34286-312D-171B-1951-62C89C41071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6497F79-762F-E26C-9705-52EA4F091348}"/>
              </a:ext>
            </a:extLst>
          </p:cNvPr>
          <p:cNvPicPr>
            <a:picLocks noChangeAspect="1"/>
          </p:cNvPicPr>
          <p:nvPr/>
        </p:nvPicPr>
        <p:blipFill>
          <a:blip r:embed="rId2"/>
          <a:stretch>
            <a:fillRect/>
          </a:stretch>
        </p:blipFill>
        <p:spPr>
          <a:xfrm>
            <a:off x="0" y="0"/>
            <a:ext cx="2857899" cy="485843"/>
          </a:xfrm>
          <a:prstGeom prst="rect">
            <a:avLst/>
          </a:prstGeom>
        </p:spPr>
      </p:pic>
      <p:sp>
        <p:nvSpPr>
          <p:cNvPr id="11" name="TextBox 10">
            <a:extLst>
              <a:ext uri="{FF2B5EF4-FFF2-40B4-BE49-F238E27FC236}">
                <a16:creationId xmlns:a16="http://schemas.microsoft.com/office/drawing/2014/main" id="{16F3CF5E-22BC-AE58-94D4-1FBEBD23D635}"/>
              </a:ext>
            </a:extLst>
          </p:cNvPr>
          <p:cNvSpPr txBox="1"/>
          <p:nvPr/>
        </p:nvSpPr>
        <p:spPr>
          <a:xfrm>
            <a:off x="92992" y="821123"/>
            <a:ext cx="3319669" cy="523220"/>
          </a:xfrm>
          <a:prstGeom prst="rect">
            <a:avLst/>
          </a:prstGeom>
          <a:noFill/>
        </p:spPr>
        <p:txBody>
          <a:bodyPr wrap="square" rtlCol="0">
            <a:spAutoFit/>
          </a:bodyPr>
          <a:lstStyle/>
          <a:p>
            <a:r>
              <a:rPr lang="en-US" sz="2800" b="1" dirty="0"/>
              <a:t>Insights:</a:t>
            </a:r>
            <a:endParaRPr lang="en-IN" sz="2800" b="1" dirty="0"/>
          </a:p>
        </p:txBody>
      </p:sp>
      <p:pic>
        <p:nvPicPr>
          <p:cNvPr id="1033" name="Picture 9" descr="2,400+ Family Clothes Shopping Stock Photos, Pictures &amp; Royalty-Free Images  - iStock | Family shopping, Kids clothes shopping, School supplies">
            <a:extLst>
              <a:ext uri="{FF2B5EF4-FFF2-40B4-BE49-F238E27FC236}">
                <a16:creationId xmlns:a16="http://schemas.microsoft.com/office/drawing/2014/main" id="{B492470E-7BE7-B949-4F9B-23AC7E6EA8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100" y="0"/>
            <a:ext cx="2857899"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4DF4DD6-7C15-3A24-A403-79292105C9F1}"/>
              </a:ext>
            </a:extLst>
          </p:cNvPr>
          <p:cNvSpPr txBox="1"/>
          <p:nvPr/>
        </p:nvSpPr>
        <p:spPr>
          <a:xfrm>
            <a:off x="300625" y="1628384"/>
            <a:ext cx="8329808" cy="4678204"/>
          </a:xfrm>
          <a:prstGeom prst="rect">
            <a:avLst/>
          </a:prstGeom>
          <a:noFill/>
        </p:spPr>
        <p:txBody>
          <a:bodyPr wrap="square" rtlCol="0">
            <a:spAutoFit/>
          </a:bodyPr>
          <a:lstStyle/>
          <a:p>
            <a:pPr marL="285750" indent="-285750">
              <a:buFont typeface="Wingdings" panose="05000000000000000000" pitchFamily="2" charset="2"/>
              <a:buChar char="Ø"/>
            </a:pPr>
            <a:r>
              <a:rPr lang="en-US" sz="2000" b="1" dirty="0"/>
              <a:t>Key Insights for Trending Products</a:t>
            </a:r>
          </a:p>
          <a:p>
            <a:pPr marL="285750" indent="-285750">
              <a:buFont typeface="Wingdings" panose="05000000000000000000" pitchFamily="2" charset="2"/>
              <a:buChar char="Ø"/>
            </a:pPr>
            <a:r>
              <a:rPr lang="en-US" sz="2000" b="1" dirty="0"/>
              <a:t>Specific Products Sell Best:</a:t>
            </a:r>
            <a:r>
              <a:rPr lang="en-US" sz="2000" dirty="0"/>
              <a:t> Customers prefer clear, well-defined items like “Women Printed Viscose Rayon Anarkali Kurta” or children’s T-shirts, rather than generic products.</a:t>
            </a:r>
          </a:p>
          <a:p>
            <a:pPr marL="285750" indent="-285750">
              <a:buFont typeface="Wingdings" panose="05000000000000000000" pitchFamily="2" charset="2"/>
              <a:buChar char="Ø"/>
            </a:pPr>
            <a:r>
              <a:rPr lang="en-US" sz="2000" b="1" dirty="0"/>
              <a:t>Comfort and Casual Wear Are Popular:</a:t>
            </a:r>
            <a:r>
              <a:rPr lang="en-US" sz="2000" dirty="0"/>
              <a:t> Men’s T-shirts, children’s casual clothes, and everyday ethnic wear for women are always in demand.</a:t>
            </a:r>
          </a:p>
          <a:p>
            <a:pPr marL="285750" indent="-285750">
              <a:buFont typeface="Wingdings" panose="05000000000000000000" pitchFamily="2" charset="2"/>
              <a:buChar char="Ø"/>
            </a:pPr>
            <a:r>
              <a:rPr lang="en-US" sz="2000" b="1" dirty="0"/>
              <a:t>Bundles and Multipacks Boost Sales:</a:t>
            </a:r>
            <a:r>
              <a:rPr lang="en-US" sz="2000" dirty="0"/>
              <a:t> Packs like “2 T-shirts together” attract buyers because they feel they are getting more value.</a:t>
            </a:r>
          </a:p>
          <a:p>
            <a:pPr marL="285750" indent="-285750">
              <a:buFont typeface="Wingdings" panose="05000000000000000000" pitchFamily="2" charset="2"/>
              <a:buChar char="Ø"/>
            </a:pPr>
            <a:r>
              <a:rPr lang="en-US" sz="2000" b="1" dirty="0"/>
              <a:t>Discounts Don’t Guarantee Happiness:</a:t>
            </a:r>
            <a:r>
              <a:rPr lang="en-US" sz="2000" dirty="0"/>
              <a:t> Big discounts catch attention but don’t improve customer satisfaction; quality matters more.</a:t>
            </a:r>
          </a:p>
          <a:p>
            <a:pPr marL="285750" indent="-285750">
              <a:buFont typeface="Wingdings" panose="05000000000000000000" pitchFamily="2" charset="2"/>
              <a:buChar char="Ø"/>
            </a:pPr>
            <a:r>
              <a:rPr lang="en-US" sz="2000" b="1" dirty="0"/>
              <a:t>Price Doesn’t Equal Quality:</a:t>
            </a:r>
            <a:r>
              <a:rPr lang="en-US" sz="2000" dirty="0"/>
              <a:t> Affordable items can be highly rated, and expensive items can still be poorly rated. Customers care about style, comfort, and quality.</a:t>
            </a:r>
          </a:p>
          <a:p>
            <a:endParaRPr lang="en-IN" dirty="0"/>
          </a:p>
        </p:txBody>
      </p:sp>
    </p:spTree>
    <p:extLst>
      <p:ext uri="{BB962C8B-B14F-4D97-AF65-F5344CB8AC3E}">
        <p14:creationId xmlns:p14="http://schemas.microsoft.com/office/powerpoint/2010/main" val="11929525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3E037-BDE4-8A50-912C-26C940F6C19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42B199C-40B6-CAF8-DF83-8AFA859E4FB9}"/>
              </a:ext>
            </a:extLst>
          </p:cNvPr>
          <p:cNvPicPr>
            <a:picLocks noChangeAspect="1"/>
          </p:cNvPicPr>
          <p:nvPr/>
        </p:nvPicPr>
        <p:blipFill>
          <a:blip r:embed="rId3"/>
          <a:stretch>
            <a:fillRect/>
          </a:stretch>
        </p:blipFill>
        <p:spPr>
          <a:xfrm>
            <a:off x="0" y="0"/>
            <a:ext cx="2857899" cy="485843"/>
          </a:xfrm>
          <a:prstGeom prst="rect">
            <a:avLst/>
          </a:prstGeom>
        </p:spPr>
      </p:pic>
      <p:sp>
        <p:nvSpPr>
          <p:cNvPr id="11" name="TextBox 10">
            <a:extLst>
              <a:ext uri="{FF2B5EF4-FFF2-40B4-BE49-F238E27FC236}">
                <a16:creationId xmlns:a16="http://schemas.microsoft.com/office/drawing/2014/main" id="{757D6FC5-4288-9B6E-0AAC-7B1EFE6B4CF4}"/>
              </a:ext>
            </a:extLst>
          </p:cNvPr>
          <p:cNvSpPr txBox="1"/>
          <p:nvPr/>
        </p:nvSpPr>
        <p:spPr>
          <a:xfrm>
            <a:off x="92992" y="821123"/>
            <a:ext cx="3319669" cy="523220"/>
          </a:xfrm>
          <a:prstGeom prst="rect">
            <a:avLst/>
          </a:prstGeom>
          <a:noFill/>
        </p:spPr>
        <p:txBody>
          <a:bodyPr wrap="square" rtlCol="0">
            <a:spAutoFit/>
          </a:bodyPr>
          <a:lstStyle/>
          <a:p>
            <a:r>
              <a:rPr lang="en-US" sz="2800" b="1" dirty="0"/>
              <a:t>Insights:</a:t>
            </a:r>
            <a:endParaRPr lang="en-IN" sz="2800" b="1" dirty="0"/>
          </a:p>
        </p:txBody>
      </p:sp>
      <p:pic>
        <p:nvPicPr>
          <p:cNvPr id="1033" name="Picture 9" descr="2,400+ Family Clothes Shopping Stock Photos, Pictures &amp; Royalty-Free Images  - iStock | Family shopping, Kids clothes shopping, School supplies">
            <a:extLst>
              <a:ext uri="{FF2B5EF4-FFF2-40B4-BE49-F238E27FC236}">
                <a16:creationId xmlns:a16="http://schemas.microsoft.com/office/drawing/2014/main" id="{F1F4C522-7009-A050-64E0-9C1D67C6A3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34100" y="0"/>
            <a:ext cx="2857899"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55E1A6B-D4DF-189D-E146-E5900659DAEB}"/>
              </a:ext>
            </a:extLst>
          </p:cNvPr>
          <p:cNvSpPr txBox="1"/>
          <p:nvPr/>
        </p:nvSpPr>
        <p:spPr>
          <a:xfrm>
            <a:off x="576197" y="1503123"/>
            <a:ext cx="7590773" cy="5601533"/>
          </a:xfrm>
          <a:prstGeom prst="rect">
            <a:avLst/>
          </a:prstGeom>
          <a:noFill/>
        </p:spPr>
        <p:txBody>
          <a:bodyPr wrap="square" rtlCol="0">
            <a:spAutoFit/>
          </a:bodyPr>
          <a:lstStyle/>
          <a:p>
            <a:r>
              <a:rPr lang="en-US" sz="2000" b="1" dirty="0"/>
              <a:t>Clear and Trending Products</a:t>
            </a:r>
            <a:endParaRPr lang="en-US" sz="2000" dirty="0"/>
          </a:p>
          <a:p>
            <a:pPr marL="342900" indent="-342900">
              <a:buFont typeface="Wingdings" panose="05000000000000000000" pitchFamily="2" charset="2"/>
              <a:buChar char="ü"/>
            </a:pPr>
            <a:r>
              <a:rPr lang="en-US" sz="2000" dirty="0"/>
              <a:t>Men’s T-shirts sell the most, but women’s Anarkali Kurtas and kids’ T-shirts and track pants are also popular.</a:t>
            </a:r>
          </a:p>
          <a:p>
            <a:pPr marL="342900" indent="-342900">
              <a:buFont typeface="Wingdings" panose="05000000000000000000" pitchFamily="2" charset="2"/>
              <a:buChar char="ü"/>
            </a:pPr>
            <a:r>
              <a:rPr lang="en-US" sz="2000" dirty="0"/>
              <a:t>Customers like </a:t>
            </a:r>
            <a:r>
              <a:rPr lang="en-US" sz="2000" b="1" dirty="0"/>
              <a:t>specific designs, colors, fabrics, and special features</a:t>
            </a:r>
            <a:r>
              <a:rPr lang="en-US" sz="2000" dirty="0"/>
              <a:t> (like reversible T-shirts or printed kurtas), not generic items.</a:t>
            </a:r>
          </a:p>
          <a:p>
            <a:r>
              <a:rPr lang="en-US" sz="2000" b="1" dirty="0"/>
              <a:t>Quality is More Important Than Price</a:t>
            </a:r>
            <a:endParaRPr lang="en-US" sz="2000" dirty="0"/>
          </a:p>
          <a:p>
            <a:pPr marL="342900" indent="-342900">
              <a:buFont typeface="Wingdings" panose="05000000000000000000" pitchFamily="2" charset="2"/>
              <a:buChar char="ü"/>
            </a:pPr>
            <a:r>
              <a:rPr lang="en-US" sz="2000" dirty="0"/>
              <a:t>Customers rate products based on </a:t>
            </a:r>
            <a:r>
              <a:rPr lang="en-US" sz="2000" b="1" dirty="0"/>
              <a:t>quality</a:t>
            </a:r>
            <a:r>
              <a:rPr lang="en-US" sz="2000" dirty="0"/>
              <a:t>, not price or discounts.</a:t>
            </a:r>
          </a:p>
          <a:p>
            <a:pPr marL="342900" indent="-342900">
              <a:buFont typeface="Wingdings" panose="05000000000000000000" pitchFamily="2" charset="2"/>
              <a:buChar char="ü"/>
            </a:pPr>
            <a:r>
              <a:rPr lang="en-US" sz="2000" dirty="0"/>
              <a:t>Expensive items aren’t always better; cheap items can be highly rated.</a:t>
            </a:r>
          </a:p>
          <a:p>
            <a:pPr marL="342900" indent="-342900">
              <a:buFont typeface="Wingdings" panose="05000000000000000000" pitchFamily="2" charset="2"/>
              <a:buChar char="ü"/>
            </a:pPr>
            <a:r>
              <a:rPr lang="en-US" sz="2000" dirty="0"/>
              <a:t>Big discounts bring bargain hunters but don’t always lead to happy or loyal customers.</a:t>
            </a:r>
          </a:p>
          <a:p>
            <a:r>
              <a:rPr lang="en-US" sz="2000" b="1" dirty="0"/>
              <a:t>Balanced Discounts Work Best</a:t>
            </a:r>
            <a:endParaRPr lang="en-US" sz="2000" dirty="0"/>
          </a:p>
          <a:p>
            <a:pPr marL="342900" indent="-342900">
              <a:buFont typeface="Wingdings" panose="05000000000000000000" pitchFamily="2" charset="2"/>
              <a:buChar char="ü"/>
            </a:pPr>
            <a:r>
              <a:rPr lang="en-US" sz="2000" dirty="0"/>
              <a:t>Medium discounts work better than very big or extreme discounts.</a:t>
            </a:r>
          </a:p>
          <a:p>
            <a:endParaRPr lang="en-US" sz="2000" dirty="0"/>
          </a:p>
          <a:p>
            <a:endParaRPr lang="en-IN" dirty="0"/>
          </a:p>
        </p:txBody>
      </p:sp>
    </p:spTree>
    <p:extLst>
      <p:ext uri="{BB962C8B-B14F-4D97-AF65-F5344CB8AC3E}">
        <p14:creationId xmlns:p14="http://schemas.microsoft.com/office/powerpoint/2010/main" val="38363189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AC470-F92A-3B2A-3E70-08C64EB39CC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704D889-AE68-FE9B-E422-63322D4E5FE0}"/>
              </a:ext>
            </a:extLst>
          </p:cNvPr>
          <p:cNvPicPr>
            <a:picLocks noChangeAspect="1"/>
          </p:cNvPicPr>
          <p:nvPr/>
        </p:nvPicPr>
        <p:blipFill>
          <a:blip r:embed="rId2"/>
          <a:stretch>
            <a:fillRect/>
          </a:stretch>
        </p:blipFill>
        <p:spPr>
          <a:xfrm>
            <a:off x="0" y="0"/>
            <a:ext cx="2857899" cy="485843"/>
          </a:xfrm>
          <a:prstGeom prst="rect">
            <a:avLst/>
          </a:prstGeom>
        </p:spPr>
      </p:pic>
      <p:sp>
        <p:nvSpPr>
          <p:cNvPr id="11" name="TextBox 10">
            <a:extLst>
              <a:ext uri="{FF2B5EF4-FFF2-40B4-BE49-F238E27FC236}">
                <a16:creationId xmlns:a16="http://schemas.microsoft.com/office/drawing/2014/main" id="{FFFDFB8F-FC7D-5C2C-9898-9AD97F92C160}"/>
              </a:ext>
            </a:extLst>
          </p:cNvPr>
          <p:cNvSpPr txBox="1"/>
          <p:nvPr/>
        </p:nvSpPr>
        <p:spPr>
          <a:xfrm>
            <a:off x="92992" y="821123"/>
            <a:ext cx="3319669" cy="523220"/>
          </a:xfrm>
          <a:prstGeom prst="rect">
            <a:avLst/>
          </a:prstGeom>
          <a:noFill/>
        </p:spPr>
        <p:txBody>
          <a:bodyPr wrap="square" rtlCol="0">
            <a:spAutoFit/>
          </a:bodyPr>
          <a:lstStyle/>
          <a:p>
            <a:r>
              <a:rPr lang="en-US" sz="2800" b="1" dirty="0"/>
              <a:t>Insights:</a:t>
            </a:r>
            <a:endParaRPr lang="en-IN" sz="2800" b="1" dirty="0"/>
          </a:p>
        </p:txBody>
      </p:sp>
      <p:pic>
        <p:nvPicPr>
          <p:cNvPr id="1033" name="Picture 9" descr="2,400+ Family Clothes Shopping Stock Photos, Pictures &amp; Royalty-Free Images  - iStock | Family shopping, Kids clothes shopping, School supplies">
            <a:extLst>
              <a:ext uri="{FF2B5EF4-FFF2-40B4-BE49-F238E27FC236}">
                <a16:creationId xmlns:a16="http://schemas.microsoft.com/office/drawing/2014/main" id="{DEF3470D-5CC9-7C9D-DD4C-3D5CF4834C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100" y="0"/>
            <a:ext cx="2857899"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8505D56-70E6-5B92-20AE-93443FABCC55}"/>
              </a:ext>
            </a:extLst>
          </p:cNvPr>
          <p:cNvSpPr txBox="1"/>
          <p:nvPr/>
        </p:nvSpPr>
        <p:spPr>
          <a:xfrm>
            <a:off x="576197" y="1503123"/>
            <a:ext cx="7590773" cy="5601533"/>
          </a:xfrm>
          <a:prstGeom prst="rect">
            <a:avLst/>
          </a:prstGeom>
          <a:noFill/>
        </p:spPr>
        <p:txBody>
          <a:bodyPr wrap="square" rtlCol="0">
            <a:spAutoFit/>
          </a:bodyPr>
          <a:lstStyle/>
          <a:p>
            <a:r>
              <a:rPr lang="en-US" sz="2000" b="1" dirty="0"/>
              <a:t> Different Customer Groups</a:t>
            </a:r>
            <a:endParaRPr lang="en-US" sz="2000" dirty="0"/>
          </a:p>
          <a:p>
            <a:pPr marL="342900" indent="-342900">
              <a:buFont typeface="Wingdings" panose="05000000000000000000" pitchFamily="2" charset="2"/>
              <a:buChar char="ü"/>
            </a:pPr>
            <a:r>
              <a:rPr lang="en-US" sz="2000" dirty="0"/>
              <a:t>Families shop for men, women, and kids.</a:t>
            </a:r>
          </a:p>
          <a:p>
            <a:pPr marL="342900" indent="-342900">
              <a:buFont typeface="Wingdings" panose="05000000000000000000" pitchFamily="2" charset="2"/>
              <a:buChar char="ü"/>
            </a:pPr>
            <a:r>
              <a:rPr lang="en-US" sz="2000" dirty="0"/>
              <a:t>Many people like </a:t>
            </a:r>
            <a:r>
              <a:rPr lang="en-US" sz="2000" b="1" dirty="0"/>
              <a:t>DIY/custom clothes</a:t>
            </a:r>
            <a:r>
              <a:rPr lang="en-US" sz="2000" dirty="0"/>
              <a:t> like unstitched fabrics for a personal fit.</a:t>
            </a:r>
          </a:p>
          <a:p>
            <a:r>
              <a:rPr lang="en-US" sz="2000" b="1" dirty="0"/>
              <a:t>Profit Comes from Quality and Price Together</a:t>
            </a:r>
            <a:endParaRPr lang="en-US" sz="2000" dirty="0"/>
          </a:p>
          <a:p>
            <a:pPr marL="342900" indent="-342900">
              <a:buFont typeface="Wingdings" panose="05000000000000000000" pitchFamily="2" charset="2"/>
              <a:buChar char="ü"/>
            </a:pPr>
            <a:r>
              <a:rPr lang="en-US" sz="2000" dirty="0"/>
              <a:t>Products that are </a:t>
            </a:r>
            <a:r>
              <a:rPr lang="en-US" sz="2000" b="1" dirty="0"/>
              <a:t>well-priced and highly rated</a:t>
            </a:r>
            <a:r>
              <a:rPr lang="en-US" sz="2000" dirty="0"/>
              <a:t> make the most profit.</a:t>
            </a:r>
          </a:p>
          <a:p>
            <a:pPr marL="342900" indent="-342900">
              <a:buFont typeface="Wingdings" panose="05000000000000000000" pitchFamily="2" charset="2"/>
              <a:buChar char="ü"/>
            </a:pPr>
            <a:r>
              <a:rPr lang="en-US" sz="2000" dirty="0"/>
              <a:t>“Revenue potential” = Price × Rating. Best products balance cost and customer satisfaction.</a:t>
            </a:r>
          </a:p>
          <a:p>
            <a:r>
              <a:rPr lang="en-US" sz="2000" b="1" dirty="0"/>
              <a:t>Growth Opportunities</a:t>
            </a:r>
            <a:endParaRPr lang="en-US" sz="2000" dirty="0"/>
          </a:p>
          <a:p>
            <a:pPr marL="342900" indent="-342900">
              <a:buFont typeface="Wingdings" panose="05000000000000000000" pitchFamily="2" charset="2"/>
              <a:buChar char="ü"/>
            </a:pPr>
            <a:r>
              <a:rPr lang="en-US" sz="2000" dirty="0"/>
              <a:t>Focus on </a:t>
            </a:r>
            <a:r>
              <a:rPr lang="en-US" sz="2000" b="1" dirty="0"/>
              <a:t>Men’s T-shirts, Women’s Anarkali Kurtas, Kids’ Casual Wear, and Unstitched Fabrics</a:t>
            </a:r>
            <a:r>
              <a:rPr lang="en-US" sz="2000" dirty="0"/>
              <a:t>.</a:t>
            </a:r>
          </a:p>
          <a:p>
            <a:pPr marL="342900" indent="-342900">
              <a:buFont typeface="Wingdings" panose="05000000000000000000" pitchFamily="2" charset="2"/>
              <a:buChar char="ü"/>
            </a:pPr>
            <a:r>
              <a:rPr lang="en-US" sz="2000" dirty="0"/>
              <a:t>Show trending items clearly with </a:t>
            </a:r>
            <a:r>
              <a:rPr lang="en-US" sz="2000" b="1" dirty="0"/>
              <a:t>specific styles, fabrics, and features</a:t>
            </a:r>
            <a:r>
              <a:rPr lang="en-US" sz="2000" dirty="0"/>
              <a:t>.</a:t>
            </a:r>
          </a:p>
          <a:p>
            <a:pPr marL="342900" indent="-342900">
              <a:buFont typeface="Wingdings" panose="05000000000000000000" pitchFamily="2" charset="2"/>
              <a:buChar char="ü"/>
            </a:pPr>
            <a:r>
              <a:rPr lang="en-US" sz="2000" dirty="0"/>
              <a:t>Use </a:t>
            </a:r>
            <a:r>
              <a:rPr lang="en-US" sz="2000" b="1" dirty="0"/>
              <a:t>moderate, trustworthy discounts</a:t>
            </a:r>
            <a:r>
              <a:rPr lang="en-US" sz="2000" dirty="0"/>
              <a:t> to attract buyers without lowering trust.</a:t>
            </a:r>
          </a:p>
          <a:p>
            <a:endParaRPr lang="en-US" sz="2000" dirty="0"/>
          </a:p>
          <a:p>
            <a:endParaRPr lang="en-IN" dirty="0"/>
          </a:p>
        </p:txBody>
      </p:sp>
    </p:spTree>
    <p:extLst>
      <p:ext uri="{BB962C8B-B14F-4D97-AF65-F5344CB8AC3E}">
        <p14:creationId xmlns:p14="http://schemas.microsoft.com/office/powerpoint/2010/main" val="1008321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9A58E-FF67-27A9-CAD2-224D5B5D2C1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C8D6776-F90B-1FCE-6CD3-5DDA3B8C3A43}"/>
              </a:ext>
            </a:extLst>
          </p:cNvPr>
          <p:cNvPicPr>
            <a:picLocks noChangeAspect="1"/>
          </p:cNvPicPr>
          <p:nvPr/>
        </p:nvPicPr>
        <p:blipFill>
          <a:blip r:embed="rId2"/>
          <a:stretch>
            <a:fillRect/>
          </a:stretch>
        </p:blipFill>
        <p:spPr>
          <a:xfrm>
            <a:off x="0" y="0"/>
            <a:ext cx="2857899" cy="485843"/>
          </a:xfrm>
          <a:prstGeom prst="rect">
            <a:avLst/>
          </a:prstGeom>
        </p:spPr>
      </p:pic>
      <p:sp>
        <p:nvSpPr>
          <p:cNvPr id="3" name="Teardrop 2">
            <a:extLst>
              <a:ext uri="{FF2B5EF4-FFF2-40B4-BE49-F238E27FC236}">
                <a16:creationId xmlns:a16="http://schemas.microsoft.com/office/drawing/2014/main" id="{B2D58A9A-EA68-ED55-C000-09CC83D093E1}"/>
              </a:ext>
            </a:extLst>
          </p:cNvPr>
          <p:cNvSpPr/>
          <p:nvPr/>
        </p:nvSpPr>
        <p:spPr>
          <a:xfrm>
            <a:off x="1083365" y="1083365"/>
            <a:ext cx="10147853" cy="5337313"/>
          </a:xfrm>
          <a:prstGeom prst="teardrop">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b="1" dirty="0"/>
              <a:t>For Customers:</a:t>
            </a:r>
            <a:r>
              <a:rPr lang="en-US" dirty="0"/>
              <a:t> Clear information about trending, good-quality, and reasonably priced clothes makes shopping easier and faster.</a:t>
            </a:r>
          </a:p>
          <a:p>
            <a:r>
              <a:rPr lang="en-US" b="1" dirty="0"/>
              <a:t>For Businesses:</a:t>
            </a:r>
            <a:r>
              <a:rPr lang="en-US" dirty="0"/>
              <a:t> Helps show the right products, set better prices and discounts, sell more, and manage stock well.</a:t>
            </a:r>
          </a:p>
          <a:p>
            <a:r>
              <a:rPr lang="en-US" b="1" dirty="0"/>
              <a:t>Impact:</a:t>
            </a:r>
            <a:r>
              <a:rPr lang="en-US" dirty="0"/>
              <a:t> Fewer abandoned carts, happier customers, better use of inventory, and higher sales.</a:t>
            </a:r>
          </a:p>
        </p:txBody>
      </p:sp>
      <p:sp>
        <p:nvSpPr>
          <p:cNvPr id="4" name="Oval 3">
            <a:extLst>
              <a:ext uri="{FF2B5EF4-FFF2-40B4-BE49-F238E27FC236}">
                <a16:creationId xmlns:a16="http://schemas.microsoft.com/office/drawing/2014/main" id="{EE3857A6-86F4-706C-D160-D32ED8597B67}"/>
              </a:ext>
            </a:extLst>
          </p:cNvPr>
          <p:cNvSpPr/>
          <p:nvPr/>
        </p:nvSpPr>
        <p:spPr>
          <a:xfrm>
            <a:off x="655982" y="716791"/>
            <a:ext cx="3051313" cy="715617"/>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2800" dirty="0"/>
              <a:t>Conclusion</a:t>
            </a:r>
            <a:endParaRPr lang="en-IN" sz="2800" dirty="0"/>
          </a:p>
        </p:txBody>
      </p:sp>
      <p:pic>
        <p:nvPicPr>
          <p:cNvPr id="3074" name="Picture 2" descr="Cartoon happy little girl in winter clothes 15220284 Vector Art at Vecteezy">
            <a:extLst>
              <a:ext uri="{FF2B5EF4-FFF2-40B4-BE49-F238E27FC236}">
                <a16:creationId xmlns:a16="http://schemas.microsoft.com/office/drawing/2014/main" id="{743DD23C-3C3D-A054-45C5-9A300C5B4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0835" y="3697358"/>
            <a:ext cx="2531165" cy="299167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58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DE142-8028-1107-EE06-71D947CDD77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6950D07-5658-879A-E732-A06D8BAC0B12}"/>
              </a:ext>
            </a:extLst>
          </p:cNvPr>
          <p:cNvPicPr>
            <a:picLocks noChangeAspect="1"/>
          </p:cNvPicPr>
          <p:nvPr/>
        </p:nvPicPr>
        <p:blipFill>
          <a:blip r:embed="rId2"/>
          <a:stretch>
            <a:fillRect/>
          </a:stretch>
        </p:blipFill>
        <p:spPr>
          <a:xfrm>
            <a:off x="0" y="0"/>
            <a:ext cx="2857899" cy="485843"/>
          </a:xfrm>
          <a:prstGeom prst="rect">
            <a:avLst/>
          </a:prstGeom>
        </p:spPr>
      </p:pic>
      <p:pic>
        <p:nvPicPr>
          <p:cNvPr id="3" name="Google Shape;116;p5">
            <a:extLst>
              <a:ext uri="{FF2B5EF4-FFF2-40B4-BE49-F238E27FC236}">
                <a16:creationId xmlns:a16="http://schemas.microsoft.com/office/drawing/2014/main" id="{793867AC-AD6A-5DC8-5F66-2A35D5045B75}"/>
              </a:ext>
            </a:extLst>
          </p:cNvPr>
          <p:cNvPicPr preferRelativeResize="0"/>
          <p:nvPr/>
        </p:nvPicPr>
        <p:blipFill rotWithShape="1">
          <a:blip r:embed="rId3">
            <a:alphaModFix/>
          </a:blip>
          <a:srcRect/>
          <a:stretch/>
        </p:blipFill>
        <p:spPr>
          <a:xfrm>
            <a:off x="7139426" y="2421331"/>
            <a:ext cx="2425148" cy="1560210"/>
          </a:xfrm>
          <a:prstGeom prst="rect">
            <a:avLst/>
          </a:prstGeom>
          <a:noFill/>
          <a:ln>
            <a:noFill/>
          </a:ln>
        </p:spPr>
      </p:pic>
      <p:sp>
        <p:nvSpPr>
          <p:cNvPr id="4" name="TextBox 3">
            <a:extLst>
              <a:ext uri="{FF2B5EF4-FFF2-40B4-BE49-F238E27FC236}">
                <a16:creationId xmlns:a16="http://schemas.microsoft.com/office/drawing/2014/main" id="{888C7DED-1A2B-A267-200A-B094F634FDBD}"/>
              </a:ext>
            </a:extLst>
          </p:cNvPr>
          <p:cNvSpPr txBox="1"/>
          <p:nvPr/>
        </p:nvSpPr>
        <p:spPr>
          <a:xfrm>
            <a:off x="2315817" y="2530661"/>
            <a:ext cx="4711148" cy="1200329"/>
          </a:xfrm>
          <a:prstGeom prst="rect">
            <a:avLst/>
          </a:prstGeom>
          <a:noFill/>
        </p:spPr>
        <p:txBody>
          <a:bodyPr wrap="square" rtlCol="0">
            <a:spAutoFit/>
          </a:bodyPr>
          <a:lstStyle/>
          <a:p>
            <a:r>
              <a:rPr lang="en-US" sz="7200" b="1" dirty="0"/>
              <a:t>Thank you </a:t>
            </a:r>
            <a:endParaRPr lang="en-IN" sz="7200" b="1" dirty="0"/>
          </a:p>
        </p:txBody>
      </p:sp>
      <p:sp>
        <p:nvSpPr>
          <p:cNvPr id="5" name="TextBox 4">
            <a:extLst>
              <a:ext uri="{FF2B5EF4-FFF2-40B4-BE49-F238E27FC236}">
                <a16:creationId xmlns:a16="http://schemas.microsoft.com/office/drawing/2014/main" id="{B5CBE848-4E8C-8BEB-A5F0-C22472521BE5}"/>
              </a:ext>
            </a:extLst>
          </p:cNvPr>
          <p:cNvSpPr txBox="1"/>
          <p:nvPr/>
        </p:nvSpPr>
        <p:spPr>
          <a:xfrm>
            <a:off x="1022073" y="1395729"/>
            <a:ext cx="10397988" cy="523220"/>
          </a:xfrm>
          <a:prstGeom prst="rect">
            <a:avLst/>
          </a:prstGeom>
          <a:noFill/>
        </p:spPr>
        <p:txBody>
          <a:bodyPr wrap="square" rtlCol="0">
            <a:spAutoFit/>
          </a:bodyPr>
          <a:lstStyle/>
          <a:p>
            <a:r>
              <a:rPr lang="en-US" sz="2800" b="1" dirty="0"/>
              <a:t>Grateful for your attention—where style meets smart shopping!</a:t>
            </a:r>
            <a:endParaRPr lang="en-IN" sz="2800" b="1" dirty="0"/>
          </a:p>
        </p:txBody>
      </p:sp>
      <p:pic>
        <p:nvPicPr>
          <p:cNvPr id="6146" name="Picture 2" descr="33,102 Happy Clothing Shopper Stock Photos - Free &amp; Royalty-Free Stock  Photos from Dreamstime">
            <a:extLst>
              <a:ext uri="{FF2B5EF4-FFF2-40B4-BE49-F238E27FC236}">
                <a16:creationId xmlns:a16="http://schemas.microsoft.com/office/drawing/2014/main" id="{109CFC07-9A21-86BA-6F40-19FCB982CC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0869" y="3981541"/>
            <a:ext cx="3180522" cy="241396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148" name="Picture 4" descr="Happy Man Holding Shopping Bags Stock Photo 126668819 | Shutterstock">
            <a:extLst>
              <a:ext uri="{FF2B5EF4-FFF2-40B4-BE49-F238E27FC236}">
                <a16:creationId xmlns:a16="http://schemas.microsoft.com/office/drawing/2014/main" id="{0E0BBC3B-8EEA-4A24-CABA-27E4161E221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9488"/>
          <a:stretch>
            <a:fillRect/>
          </a:stretch>
        </p:blipFill>
        <p:spPr bwMode="auto">
          <a:xfrm>
            <a:off x="7470913" y="3981541"/>
            <a:ext cx="3230218" cy="241396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150" name="Picture 6" descr="Girl Child Choice Change Clothes Fashion Stock Photo 2211550501 |  Shutterstock">
            <a:extLst>
              <a:ext uri="{FF2B5EF4-FFF2-40B4-BE49-F238E27FC236}">
                <a16:creationId xmlns:a16="http://schemas.microsoft.com/office/drawing/2014/main" id="{1E0D4701-A0B7-F040-6CB8-B63649A4889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9488"/>
          <a:stretch>
            <a:fillRect/>
          </a:stretch>
        </p:blipFill>
        <p:spPr bwMode="auto">
          <a:xfrm>
            <a:off x="4656880" y="3981541"/>
            <a:ext cx="2837223" cy="241396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06073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733</TotalTime>
  <Words>1902</Words>
  <Application>Microsoft Office PowerPoint</Application>
  <PresentationFormat>Widescreen</PresentationFormat>
  <Paragraphs>136</Paragraphs>
  <Slides>24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Likhitha k</dc:creator>
  <cp:lastModifiedBy>Likhitha k</cp:lastModifiedBy>
  <cp:revision>1</cp:revision>
  <dcterms:created xsi:type="dcterms:W3CDTF">2025-10-05T04:15:17Z</dcterms:created>
  <dcterms:modified xsi:type="dcterms:W3CDTF">2025-10-25T09:52:04Z</dcterms:modified>
</cp:coreProperties>
</file>